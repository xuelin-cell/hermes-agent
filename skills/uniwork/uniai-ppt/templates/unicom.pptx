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67" r:id="rId4"/>
  </p:sldMasterIdLst>
  <p:notesMasterIdLst>
    <p:notesMasterId r:id="rId6"/>
  </p:notesMasterIdLst>
  <p:handoutMasterIdLst>
    <p:handoutMasterId r:id="rId10"/>
  </p:handoutMasterIdLst>
  <p:sldIdLst>
    <p:sldId id="286" r:id="rId5"/>
    <p:sldId id="16675270" r:id="rId7"/>
    <p:sldId id="16675452" r:id="rId8"/>
    <p:sldId id="16675455" r:id="rId9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5" userDrawn="1">
          <p15:clr>
            <a:srgbClr val="A4A3A4"/>
          </p15:clr>
        </p15:guide>
        <p15:guide id="2" pos="40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康晓宇" initials="k" lastIdx="13" clrIdx="0"/>
  <p:cmAuthor id="757" name="未知用户381" initials="未" lastIdx="1" clrIdx="0"/>
  <p:cmAuthor id="1" name="刘畅" initials="刘" lastIdx="4" clrIdx="0"/>
  <p:cmAuthor id="758" name="未知用户382" initials="未" lastIdx="1" clrIdx="0"/>
  <p:cmAuthor id="2" name="Mjf" initials="M" lastIdx="1" clrIdx="0"/>
  <p:cmAuthor id="759" name="未知用户383" initials="未" lastIdx="1" clrIdx="0"/>
  <p:cmAuthor id="3" name="未知用户93" initials="未" lastIdx="1" clrIdx="0"/>
  <p:cmAuthor id="760" name="未知用户384" initials="未" lastIdx="1" clrIdx="0"/>
  <p:cmAuthor id="4" name="董时菊" initials="董" lastIdx="2" clrIdx="0"/>
  <p:cmAuthor id="761" name="未知用户294" initials="未" lastIdx="8" clrIdx="0"/>
  <p:cmAuthor id="5" name="张薇薇" initials="张" lastIdx="1" clrIdx="1"/>
  <p:cmAuthor id="762" name="未知用户385" initials="未" lastIdx="2" clrIdx="0"/>
  <p:cmAuthor id="6" name="范小双" initials="范" lastIdx="1" clrIdx="2"/>
  <p:cmAuthor id="763" name="未知用户386" initials="未" lastIdx="1" clrIdx="1"/>
  <p:cmAuthor id="7" name="Tianyang Feng(联通集团信息化部（信息安全部）)" initials="T" lastIdx="1" clrIdx="3"/>
  <p:cmAuthor id="764" name="未知用户429" initials="未" lastIdx="1" clrIdx="0"/>
  <p:cmAuthor id="8" name="付豪" initials="付" lastIdx="1" clrIdx="3"/>
  <p:cmAuthor id="9" name="未知用户319" initials="未" lastIdx="1" clrIdx="0"/>
  <p:cmAuthor id="766" name="未知用户430" initials="未" lastIdx="2" clrIdx="0"/>
  <p:cmAuthor id="10" name="胡文慧" initials="胡" lastIdx="1" clrIdx="5"/>
  <p:cmAuthor id="767" name="未知用户389" initials="未" lastIdx="1" clrIdx="0"/>
  <p:cmAuthor id="11" name="未知用户222" initials="未" lastIdx="1" clrIdx="0"/>
  <p:cmAuthor id="768" name="未知用户350" initials="未" lastIdx="1" clrIdx="0"/>
  <p:cmAuthor id="12" name="宁安亮" initials="宁" lastIdx="2" clrIdx="6"/>
  <p:cmAuthor id="769" name="未知用户431" initials="未" lastIdx="1" clrIdx="0"/>
  <p:cmAuthor id="13" name="未知用户87" initials="未" lastIdx="1" clrIdx="0"/>
  <p:cmAuthor id="770" name="未知用户351" initials="未" lastIdx="8" clrIdx="0"/>
  <p:cmAuthor id="14" name="sss" initials="s" lastIdx="1" clrIdx="7"/>
  <p:cmAuthor id="771" name="未知用户432" initials="未" lastIdx="1" clrIdx="0"/>
  <p:cmAuthor id="15" name="未知用户88" initials="未" lastIdx="1" clrIdx="0"/>
  <p:cmAuthor id="772" name="未知用户392" initials="未" lastIdx="1" clrIdx="0"/>
  <p:cmAuthor id="16" name="未知用户3" initials="未" lastIdx="0" clrIdx="2"/>
  <p:cmAuthor id="773" name="未知用户433" initials="未" lastIdx="1" clrIdx="0"/>
  <p:cmAuthor id="17" name="未知用户89" initials="未" lastIdx="1" clrIdx="0"/>
  <p:cmAuthor id="774" name="未知用户434" initials="未" lastIdx="1" clrIdx="0"/>
  <p:cmAuthor id="18" name="xujh" initials="x" lastIdx="1" clrIdx="9"/>
  <p:cmAuthor id="775" name="未知用户393" initials="未" lastIdx="11" clrIdx="0"/>
  <p:cmAuthor id="19" name="Unicom" initials="U" lastIdx="2" clrIdx="10"/>
  <p:cmAuthor id="776" name="未知用户435" initials="未" lastIdx="7" clrIdx="1"/>
  <p:cmAuthor id="20" name="未知用户110" initials="未" lastIdx="1" clrIdx="0"/>
  <p:cmAuthor id="777" name="未知用户356" initials="未" lastIdx="1" clrIdx="2"/>
  <p:cmAuthor id="21" name="yuxue" initials="y" lastIdx="1" clrIdx="3"/>
  <p:cmAuthor id="778" name="未知用户436" initials="未" lastIdx="1" clrIdx="0"/>
  <p:cmAuthor id="22" name="未知用户121" initials="未" lastIdx="1" clrIdx="1"/>
  <p:cmAuthor id="779" name="未知用户396" initials="未" lastIdx="1" clrIdx="0"/>
  <p:cmAuthor id="23" name="杨国" initials="杨" lastIdx="3" clrIdx="0"/>
  <p:cmAuthor id="780" name="未知用户437" initials="未" lastIdx="1" clrIdx="1"/>
  <p:cmAuthor id="24" name="未知用户234" initials="未" lastIdx="7" clrIdx="1"/>
  <p:cmAuthor id="781" name="未知用户397" initials="未" lastIdx="1" clrIdx="0"/>
  <p:cmAuthor id="25" name="李岩（IT）" initials="李" lastIdx="2" clrIdx="13"/>
  <p:cmAuthor id="782" name="未知用户419" initials="未" lastIdx="1" clrIdx="0"/>
  <p:cmAuthor id="1411830" name="唐 赛" initials="唐" lastIdx="1" clrIdx="45"/>
  <p:cmAuthor id="26" name="张建勇" initials="张" lastIdx="0" clrIdx="25"/>
  <p:cmAuthor id="783" name="未知用户399" initials="未" lastIdx="2" clrIdx="0"/>
  <p:cmAuthor id="27" name="未知用户54" initials="未" lastIdx="8" clrIdx="0"/>
  <p:cmAuthor id="784" name="未知用户438" initials="未" lastIdx="7" clrIdx="1"/>
  <p:cmAuthor id="191251536" name="张钰" initials="张" lastIdx="1" clrIdx="25"/>
  <p:cmAuthor id="785" name="未知用户401" initials="未" lastIdx="43" clrIdx="1"/>
  <p:cmAuthor id="28" name="13686" initials="1" lastIdx="1" clrIdx="14"/>
  <p:cmAuthor id="29" name="吕佳欣" initials="吕" lastIdx="1" clrIdx="34"/>
  <p:cmAuthor id="786" name="未知用户402" initials="未" lastIdx="1" clrIdx="0"/>
  <p:cmAuthor id="30" name="未知用户278" initials="未" lastIdx="1" clrIdx="0"/>
  <p:cmAuthor id="787" name="未知用户403" initials="未" lastIdx="1" clrIdx="0"/>
  <p:cmAuthor id="31" name="huangjc" initials="h" lastIdx="1" clrIdx="321"/>
  <p:cmAuthor id="788" name="未知用户327" initials="未" lastIdx="1" clrIdx="0"/>
  <p:cmAuthor id="32" name="unicom" initials="u" lastIdx="0" clrIdx="57"/>
  <p:cmAuthor id="789" name="未知用户404" initials="未" lastIdx="1" clrIdx="0"/>
  <p:cmAuthor id="33" name="未知用户279" initials="未" lastIdx="1" clrIdx="0"/>
  <p:cmAuthor id="790" name="未知用户405" initials="未" lastIdx="1" clrIdx="0"/>
  <p:cmAuthor id="34" name="周辉" initials="周" lastIdx="1" clrIdx="15"/>
  <p:cmAuthor id="791" name="未知用户439" initials="未" lastIdx="2" clrIdx="0"/>
  <p:cmAuthor id="35" name="席琛" initials="席" lastIdx="0" clrIdx="58"/>
  <p:cmAuthor id="792" name="未知用户406" initials="未" lastIdx="0" clrIdx="0"/>
  <p:cmAuthor id="191251544" name="杨程名" initials="ming" lastIdx="1" clrIdx="90"/>
  <p:cmAuthor id="793" name="未知用户440" initials="未" lastIdx="1" clrIdx="0"/>
  <p:cmAuthor id="36" name="未知用户280" initials="未" lastIdx="4" clrIdx="2"/>
  <p:cmAuthor id="37" name="ethel" initials="e" lastIdx="2" clrIdx="322"/>
  <p:cmAuthor id="794" name="未知用户441" initials="未" lastIdx="1" clrIdx="0"/>
  <p:cmAuthor id="38" name="韩剑侠" initials="韩" lastIdx="1" clrIdx="41"/>
  <p:cmAuthor id="795" name="未知用户442" initials="未" lastIdx="1" clrIdx="0"/>
  <p:cmAuthor id="39" name="未知用户281" initials="未" lastIdx="1" clrIdx="0"/>
  <p:cmAuthor id="796" name="未知用户409" initials="未" lastIdx="2" clrIdx="2"/>
  <p:cmAuthor id="40" name="00035181" initials="0" lastIdx="1" clrIdx="16"/>
  <p:cmAuthor id="797" name="未知用户443" initials="未" lastIdx="1" clrIdx="0"/>
  <p:cmAuthor id="41" name="sjzx" initials="s" lastIdx="1" clrIdx="25"/>
  <p:cmAuthor id="798" name="未知用户411" initials="未" lastIdx="3" clrIdx="1"/>
  <p:cmAuthor id="42" name="未知用户282" initials="未" lastIdx="3" clrIdx="1"/>
  <p:cmAuthor id="799" name="未知用户444" initials="未" lastIdx="6" clrIdx="0"/>
  <p:cmAuthor id="43" name="zhouMa" initials="z" lastIdx="1" clrIdx="323"/>
  <p:cmAuthor id="800" name="未知用户413" initials="未" lastIdx="1" clrIdx="1"/>
  <p:cmAuthor id="977340790" name="Mmm" initials="M" lastIdx="22" clrIdx="853"/>
  <p:cmAuthor id="44" name="yang.yuan" initials="y" lastIdx="0" clrIdx="17"/>
  <p:cmAuthor id="801" name="未知用户445" initials="未" lastIdx="1" clrIdx="0"/>
  <p:cmAuthor id="45" name="未知用户283" initials="未" lastIdx="1" clrIdx="1"/>
  <p:cmAuthor id="802" name="未知用户446" initials="未" lastIdx="1" clrIdx="0"/>
  <p:cmAuthor id="46" name="tplife" initials="t" lastIdx="2" clrIdx="0"/>
  <p:cmAuthor id="803" name="未知用户447" initials="未" lastIdx="1" clrIdx="0"/>
  <p:cmAuthor id="47" name="王娟" initials="王" lastIdx="1" clrIdx="31"/>
  <p:cmAuthor id="804" name="未知用户448" initials="未" lastIdx="1" clrIdx="0"/>
  <p:cmAuthor id="48" name="未知用户284" initials="未" lastIdx="1" clrIdx="0"/>
  <p:cmAuthor id="805" name="未知用户333" initials="未" lastIdx="1" clrIdx="0"/>
  <p:cmAuthor id="49" name="孟 昕" initials="孟" lastIdx="1" clrIdx="18"/>
  <p:cmAuthor id="806" name="未知用户417" initials="未" lastIdx="1" clrIdx="0"/>
  <p:cmAuthor id="50" name="未知用户285" initials="未" lastIdx="8" clrIdx="0"/>
  <p:cmAuthor id="807" name="未知用户449" initials="未" lastIdx="1" clrIdx="0"/>
  <p:cmAuthor id="51" name="蔡建楠" initials="蔡" lastIdx="15" clrIdx="17"/>
  <p:cmAuthor id="808" name="未知用户418" initials="未" lastIdx="1" clrIdx="0"/>
  <p:cmAuthor id="52" name="赵诚荣10027092" initials="赵" lastIdx="2" clrIdx="25"/>
  <p:cmAuthor id="809" name="未知用户450" initials="未" lastIdx="6" clrIdx="0"/>
  <p:cmAuthor id="53" name="78234500@qq.com" initials="7" lastIdx="1" clrIdx="0"/>
  <p:cmAuthor id="810" name="未知用户423" initials="未" lastIdx="0" clrIdx="0"/>
  <p:cmAuthor id="54" name="liutAO" initials="l" lastIdx="1" clrIdx="330"/>
  <p:cmAuthor id="811" name="未知用户424" initials="未" lastIdx="5" clrIdx="0"/>
  <p:cmAuthor id="55" name="苗丁仁10181802" initials="苗" lastIdx="27" clrIdx="25"/>
  <p:cmAuthor id="812" name="未知用户425" initials="未" lastIdx="3" clrIdx="1"/>
  <p:cmAuthor id="56" name="未知用户290" initials="未" lastIdx="2" clrIdx="0"/>
  <p:cmAuthor id="813" name="未知用户451" initials="未" lastIdx="1" clrIdx="0"/>
  <p:cmAuthor id="57" name="Hou Yingfeng" initials="H" lastIdx="10" clrIdx="23"/>
  <p:cmAuthor id="814" name="未知用户452" initials="未" lastIdx="1" clrIdx="0"/>
  <p:cmAuthor id="58" name="未知用户291" initials="未" lastIdx="8" clrIdx="0"/>
  <p:cmAuthor id="815" name="未知用户453" initials="未" lastIdx="1" clrIdx="0"/>
  <p:cmAuthor id="59" name="王一哲" initials="王" lastIdx="1" clrIdx="335"/>
  <p:cmAuthor id="816" name="未知用户454" initials="未" lastIdx="1" clrIdx="2"/>
  <p:cmAuthor id="60" name="未知用户292" initials="未" lastIdx="1" clrIdx="0"/>
  <p:cmAuthor id="817" name="未知用户455" initials="未" lastIdx="1" clrIdx="0"/>
  <p:cmAuthor id="61" name="10056791" initials="1" lastIdx="1" clrIdx="29"/>
  <p:cmAuthor id="818" name="未知用户456" initials="未" lastIdx="1" clrIdx="0"/>
  <p:cmAuthor id="62" name="未知用户293" initials="未" lastIdx="1" clrIdx="0"/>
  <p:cmAuthor id="819" name="未知用户457" initials="未" lastIdx="10" clrIdx="0"/>
  <p:cmAuthor id="63" name="Author" initials="A" lastIdx="0" clrIdx="30"/>
  <p:cmAuthor id="820" name="未知用户458" initials="未" lastIdx="1" clrIdx="0"/>
  <p:cmAuthor id="64" name="未知用户295" initials="未" lastIdx="1" clrIdx="0"/>
  <p:cmAuthor id="821" name="風輕 雲淡" initials="風輕" lastIdx="1" clrIdx="511"/>
  <p:cmAuthor id="65" name="殷格非" initials="殷" lastIdx="2" clrIdx="0"/>
  <p:cmAuthor id="822" name="liu yuhang" initials="ly" lastIdx="18" clrIdx="545"/>
  <p:cmAuthor id="66" name="未知用户297" initials="未" lastIdx="1" clrIdx="0"/>
  <p:cmAuthor id="823" name="77599" initials="7" lastIdx="1" clrIdx="822"/>
  <p:cmAuthor id="67" name="王凯10177225" initials="王" lastIdx="2" clrIdx="31"/>
  <p:cmAuthor id="824" name="王芃" initials="王" lastIdx="2" clrIdx="823"/>
  <p:cmAuthor id="68" name="panjm" initials="p" lastIdx="1" clrIdx="0"/>
  <p:cmAuthor id="825" name="mc" initials="m" lastIdx="1" clrIdx="824"/>
  <p:cmAuthor id="69" name="z r" initials="z" lastIdx="5" clrIdx="12"/>
  <p:cmAuthor id="70" name="ye gusong" initials="y" lastIdx="1" clrIdx="0"/>
  <p:cmAuthor id="827" name="maosh" initials="m" lastIdx="1" clrIdx="826"/>
  <p:cmAuthor id="71" name="8310" initials="8" lastIdx="1" clrIdx="35"/>
  <p:cmAuthor id="72" name="wei muzi" initials="w" lastIdx="1" clrIdx="4"/>
  <p:cmAuthor id="73" name="盛新鹏" initials="盛" lastIdx="1" clrIdx="33"/>
  <p:cmAuthor id="74" name="孙" initials="孙" lastIdx="1" clrIdx="50"/>
  <p:cmAuthor id="831" name="xieyy25" initials="x" lastIdx="1" clrIdx="830"/>
  <p:cmAuthor id="75" name="Lenovo" initials="L" lastIdx="17" clrIdx="35"/>
  <p:cmAuthor id="832" name="jiangmm10" initials="j" lastIdx="2" clrIdx="831"/>
  <p:cmAuthor id="76" name="liuchunhua199110" initials="l" lastIdx="3" clrIdx="3"/>
  <p:cmAuthor id="77" name="关全全10258021" initials="关" lastIdx="1" clrIdx="36"/>
  <p:cmAuthor id="78" name="黄珂10009187" initials="黄" lastIdx="1" clrIdx="37"/>
  <p:cmAuthor id="79" name="未知用户256" initials="未" lastIdx="1" clrIdx="0"/>
  <p:cmAuthor id="836" name="user" initials="u" lastIdx="1" clrIdx="835"/>
  <p:cmAuthor id="80" name="赵欣" initials="赵" lastIdx="4" clrIdx="37"/>
  <p:cmAuthor id="81" name="未知的使用者139" initials="未" lastIdx="1" clrIdx="0"/>
  <p:cmAuthor id="838" name="Miao" initials="M" lastIdx="1" clrIdx="837"/>
  <p:cmAuthor id="82" name="chenyuan" initials="c" lastIdx="3" clrIdx="38"/>
  <p:cmAuthor id="83" name="未知用户258" initials="未" lastIdx="8" clrIdx="0"/>
  <p:cmAuthor id="84" name="沈霄雷" initials="沈" lastIdx="833089" clrIdx="0"/>
  <p:cmAuthor id="85" name="郭 浩" initials="郭" lastIdx="2" clrIdx="25"/>
  <p:cmAuthor id="842" name="刘文静" initials="刘" lastIdx="1" clrIdx="841"/>
  <p:cmAuthor id="86" name="y x" initials="y" lastIdx="1" clrIdx="34"/>
  <p:cmAuthor id="87" name="施普希（菜菜）" initials="施" lastIdx="0" clrIdx="0"/>
  <p:cmAuthor id="88" name="yu 1" initials="y" lastIdx="1" clrIdx="19"/>
  <p:cmAuthor id="89" name="未知的使用者140" initials="未" lastIdx="1" clrIdx="1"/>
  <p:cmAuthor id="90" name="黄译萱(联通上海市上海市分公司)" initials="黄" lastIdx="3" clrIdx="25"/>
  <p:cmAuthor id="847" name="张田田" initials="张" lastIdx="1" clrIdx="846"/>
  <p:cmAuthor id="91" name="yudi lin" initials="y" lastIdx="0" clrIdx="0"/>
  <p:cmAuthor id="92" name="Lina Hang(联通上海市上海市分公司)" initials="L" lastIdx="2" clrIdx="27"/>
  <p:cmAuthor id="93" name="云成龙_JVVjiM7N" initials="云" lastIdx="0" clrIdx="0"/>
  <p:cmAuthor id="94" name="潘 晨" initials="潘" lastIdx="2" clrIdx="18"/>
  <p:cmAuthor id="95" name="49554261@qq.com" initials="4" lastIdx="2" clrIdx="2"/>
  <p:cmAuthor id="96" name="song manyi" initials="s" lastIdx="4" clrIdx="19"/>
  <p:cmAuthor id="97" name="范 斌" initials="范" lastIdx="1" clrIdx="36"/>
  <p:cmAuthor id="98" name="毕邺" initials="毕" lastIdx="2" clrIdx="37"/>
  <p:cmAuthor id="99" name="未知用户313" initials="未" lastIdx="2" clrIdx="0"/>
  <p:cmAuthor id="100" name="jiaru tiger" initials="j" lastIdx="2" clrIdx="38"/>
  <p:cmAuthor id="857" name="XIAN" initials="X" lastIdx="1" clrIdx="856"/>
  <p:cmAuthor id="101" name="胡岱雯" initials="胡" lastIdx="1" clrIdx="0"/>
  <p:cmAuthor id="102" name="小延魔法师" initials="小" lastIdx="1126286" clrIdx="0"/>
  <p:cmAuthor id="103" name="张 成亚" initials="张" lastIdx="1" clrIdx="52"/>
  <p:cmAuthor id="104" name="刘春杰10244342" initials="刘" lastIdx="1" clrIdx="41"/>
  <p:cmAuthor id="105" name="未知用户268" initials="未" lastIdx="1" clrIdx="0"/>
  <p:cmAuthor id="106" name="li hui" initials="l" lastIdx="1" clrIdx="50"/>
  <p:cmAuthor id="107" name="liuzga" initials="l" lastIdx="1" clrIdx="3"/>
  <p:cmAuthor id="108" name="Gaofugui(Jiangsu,NPS)" initials="G" lastIdx="1" clrIdx="51"/>
  <p:cmAuthor id="109" name="未知用户213" initials="未" lastIdx="1" clrIdx="0"/>
  <p:cmAuthor id="110" name="zhangmt" initials="z" lastIdx="1" clrIdx="59"/>
  <p:cmAuthor id="111" name="未知用户218" initials="未" lastIdx="1" clrIdx="0"/>
  <p:cmAuthor id="112" name="常秋月" initials="常" lastIdx="2" clrIdx="50"/>
  <p:cmAuthor id="113" name="未知用户219" initials="未" lastIdx="10" clrIdx="0"/>
  <p:cmAuthor id="114" name="曾蓓/贝贝" initials="曾" lastIdx="0" clrIdx="0"/>
  <p:cmAuthor id="115" name="仇怿俊" initials="仇" lastIdx="0" clrIdx="0"/>
  <p:cmAuthor id="116" name="未知用户344" initials="未" lastIdx="1" clrIdx="0"/>
  <p:cmAuthor id="117" name="苏光耀_fEJ3faiq" initials="苏" lastIdx="0" clrIdx="0"/>
  <p:cmAuthor id="118" name="杨强" initials="杨" lastIdx="0" clrIdx="0"/>
  <p:cmAuthor id="875" name="田延刚" initials="田" lastIdx="1" clrIdx="874"/>
  <p:cmAuthor id="119" name="未知用户345" initials="未" lastIdx="1" clrIdx="0"/>
  <p:cmAuthor id="120" name="黄晓平" initials="黄" lastIdx="0" clrIdx="0"/>
  <p:cmAuthor id="121" name="张雅欣" initials="张" lastIdx="1" clrIdx="52"/>
  <p:cmAuthor id="122" name="檀晟 陈" initials="檀" lastIdx="1" clrIdx="10"/>
  <p:cmAuthor id="123" name="未知用户347" initials="未" lastIdx="6" clrIdx="0"/>
  <p:cmAuthor id="124" name="徐琳00159163" initials="徐" lastIdx="1" clrIdx="37"/>
  <p:cmAuthor id="125" name="junqing li" initials="j" lastIdx="1" clrIdx="331"/>
  <p:cmAuthor id="126" name="未知用户348" initials="未" lastIdx="10" clrIdx="0"/>
  <p:cmAuthor id="127" name="韩雨" initials="韩" lastIdx="0" clrIdx="0"/>
  <p:cmAuthor id="128" name="梁光灯_iI7bJ7vm" initials="梁" lastIdx="0" clrIdx="0"/>
  <p:cmAuthor id="129" name="jian Ray" initials="j" lastIdx="1" clrIdx="50"/>
  <p:cmAuthor id="130" name="liucunri" initials="l" lastIdx="1" clrIdx="0"/>
  <p:cmAuthor id="131" name="qihua-DCMS" initials="q" lastIdx="0" clrIdx="0"/>
  <p:cmAuthor id="132" name="Unknown User48" initials="U" lastIdx="8" clrIdx="0"/>
  <p:cmAuthor id="133" name="Microsoft Office 用户" initials="M" lastIdx="25" clrIdx="3"/>
  <p:cmAuthor id="134" name="未知用户82" initials="未" lastIdx="1" clrIdx="0"/>
  <p:cmAuthor id="135" name="王丽君" initials="王" lastIdx="4" clrIdx="0"/>
  <p:cmAuthor id="136" name="未知用户83" initials="未" lastIdx="1" clrIdx="0"/>
  <p:cmAuthor id="137" name="未知用户237" initials="未" lastIdx="1" clrIdx="0"/>
  <p:cmAuthor id="138" name="未知用户84" initials="未" lastIdx="5" clrIdx="0"/>
  <p:cmAuthor id="139" name="�Ÿ�" initials="�" lastIdx="1" clrIdx="0"/>
  <p:cmAuthor id="140" name="未知用户137" initials="未" lastIdx="10" clrIdx="0"/>
  <p:cmAuthor id="141" name="未知用户221" initials="未" lastIdx="43" clrIdx="1"/>
  <p:cmAuthor id="142" name="未知用户21" initials="未" lastIdx="1" clrIdx="0"/>
  <p:cmAuthor id="143" name="jesschin" initials="j" lastIdx="1" clrIdx="510"/>
  <p:cmAuthor id="144" name="未知用户138" initials="未" lastIdx="0" clrIdx="1"/>
  <p:cmAuthor id="145" name="作者" initials="作" lastIdx="0" clrIdx="24"/>
  <p:cmAuthor id="146" name="Windows User" initials="W" lastIdx="1" clrIdx="25"/>
  <p:cmAuthor id="147" name="Carol Kelly" initials="C" lastIdx="1" clrIdx="0"/>
  <p:cmAuthor id="148" name="邵丹(联通上海市上海市分公司)" initials="邵" lastIdx="1" clrIdx="26"/>
  <p:cmAuthor id="149" name="G W" initials="G" lastIdx="1" clrIdx="27"/>
  <p:cmAuthor id="150" name="未知的使用者16" initials="未" lastIdx="6" clrIdx="0"/>
  <p:cmAuthor id="151" name="Unknown User58" initials="U" lastIdx="1" clrIdx="0"/>
  <p:cmAuthor id="152" name="未知的使用者13" initials="未" lastIdx="1" clrIdx="0"/>
  <p:cmAuthor id="153" name="Unknown User55" initials="U" lastIdx="1" clrIdx="1"/>
  <p:cmAuthor id="154" name="未知的使用者14" initials="未" lastIdx="2" clrIdx="0"/>
  <p:cmAuthor id="155" name="未知用户343" initials="未" lastIdx="1" clrIdx="0"/>
  <p:cmAuthor id="156" name="廖麗華" initials="廖" lastIdx="1" clrIdx="0"/>
  <p:cmAuthor id="157" name="Huipeng Cao" initials="H" lastIdx="1" clrIdx="0"/>
  <p:cmAuthor id="158" name="未知的使用者12" initials="未" lastIdx="1" clrIdx="0"/>
  <p:cmAuthor id="159" name="李 雷雨" initials="李" lastIdx="1" clrIdx="0"/>
  <p:cmAuthor id="160" name="未知用户129" initials="未" lastIdx="1" clrIdx="0"/>
  <p:cmAuthor id="161" name="91257" initials="9" lastIdx="0" clrIdx="1"/>
  <p:cmAuthor id="162" name="唐可欣" initials="唐" lastIdx="1" clrIdx="0"/>
  <p:cmAuthor id="163" name="vicky" initials="v" lastIdx="2" clrIdx="1"/>
  <p:cmAuthor id="164" name="王鹏凯" initials="王" lastIdx="1" clrIdx="0"/>
  <p:cmAuthor id="165" name="庆芳 许" initials="庆" lastIdx="1" clrIdx="0"/>
  <p:cmAuthor id="166" name="未知的使用者35" initials="未" lastIdx="1" clrIdx="0"/>
  <p:cmAuthor id="167" name="jerrychou" initials="j" lastIdx="1" clrIdx="4"/>
  <p:cmAuthor id="168" name="未知的使用者33" initials="未" lastIdx="1" clrIdx="0"/>
  <p:cmAuthor id="169" name="不明使用者12" initials="不" lastIdx="3" clrIdx="1"/>
  <p:cmAuthor id="170" name="Admin" initials="A" lastIdx="1" clrIdx="2"/>
  <p:cmAuthor id="171" name="不明使用者1" initials="不" lastIdx="0" clrIdx="0"/>
  <p:cmAuthor id="172" name="未知的使用者93" initials="未" lastIdx="1" clrIdx="1"/>
  <p:cmAuthor id="173" name="不明使用者2" initials="不" lastIdx="2" clrIdx="0"/>
  <p:cmAuthor id="174" name="范作霖" initials="范" lastIdx="1" clrIdx="22"/>
  <p:cmAuthor id="175" name="夏俊杰" initials="夏" lastIdx="1" clrIdx="647"/>
  <p:cmAuthor id="176" name="LeeElva" initials="L" lastIdx="1" clrIdx="0"/>
  <p:cmAuthor id="177" name="不明使用者4" initials="不" lastIdx="1" clrIdx="0"/>
  <p:cmAuthor id="178" name="未知用户99" initials="未" lastIdx="1" clrIdx="2"/>
  <p:cmAuthor id="179" name="不明使用者6" initials="不" lastIdx="1" clrIdx="0"/>
  <p:cmAuthor id="180" name="未知的使用者34" initials="未" lastIdx="1" clrIdx="0"/>
  <p:cmAuthor id="181" name="不明使用者5" initials="不" lastIdx="11" clrIdx="0"/>
  <p:cmAuthor id="182" name="未知的使用者115" initials="未" lastIdx="1" clrIdx="1"/>
  <p:cmAuthor id="183" name="未知用户296" initials="未" lastIdx="1" clrIdx="0"/>
  <p:cmAuthor id="184" name="未知用户57" initials="未" lastIdx="1" clrIdx="0"/>
  <p:cmAuthor id="185" name="不明使用者8" initials="不" lastIdx="43" clrIdx="1"/>
  <p:cmAuthor id="186" name="lianghb" initials="l" lastIdx="19" clrIdx="0"/>
  <p:cmAuthor id="187" name="不明使用者9" initials="不" lastIdx="1" clrIdx="0"/>
  <p:cmAuthor id="188" name="未知用户17" initials="未" lastIdx="0" clrIdx="1"/>
  <p:cmAuthor id="189" name="不明使用者10" initials="不" lastIdx="0" clrIdx="0"/>
  <p:cmAuthor id="190" name="Deanna Schuler (Bookey Consulting)" initials="D" lastIdx="2" clrIdx="0"/>
  <p:cmAuthor id="191" name="不明使用者11" initials="不" lastIdx="1" clrIdx="0"/>
  <p:cmAuthor id="192" name="未知的使用者57" initials="未" lastIdx="1" clrIdx="0"/>
  <p:cmAuthor id="193" name="Carol Wu" initials="C" lastIdx="1" clrIdx="0"/>
  <p:cmAuthor id="194" name="AW" initials="A" lastIdx="1" clrIdx="7"/>
  <p:cmAuthor id="195" name="Think" initials="T" lastIdx="6" clrIdx="3"/>
  <p:cmAuthor id="196" name="毛香勤" initials="毛" lastIdx="26" clrIdx="6"/>
  <p:cmAuthor id="197" name="未知用户102" initials="未" lastIdx="1" clrIdx="1"/>
  <p:cmAuthor id="198" name="未知用户304" initials="未" lastIdx="1" clrIdx="0"/>
  <p:cmAuthor id="199" name="maxine" initials="m" lastIdx="0" clrIdx="0"/>
  <p:cmAuthor id="200" name="未知用户305" initials="未" lastIdx="1" clrIdx="0"/>
  <p:cmAuthor id="201" name="未知的使用者121" initials="未" lastIdx="1" clrIdx="1"/>
  <p:cmAuthor id="202" name="敢 王" initials="敢" lastIdx="1" clrIdx="0"/>
  <p:cmAuthor id="203" name="杨彦伟" initials="杨" lastIdx="3" clrIdx="0"/>
  <p:cmAuthor id="204" name="邓 勇" initials="邓" lastIdx="1" clrIdx="0"/>
  <p:cmAuthor id="205" name="周元元" initials="周" lastIdx="5" clrIdx="0"/>
  <p:cmAuthor id="206" name="陈城" initials="陈" lastIdx="0" clrIdx="2"/>
  <p:cmAuthor id="207" name="未知的使用者27" initials="未" lastIdx="8" clrIdx="0"/>
  <p:cmAuthor id="208" name="未知用户309" initials="未" lastIdx="8" clrIdx="0"/>
  <p:cmAuthor id="209" name="刘豹" initials="刘" lastIdx="0" clrIdx="0"/>
  <p:cmAuthor id="210" name="未知的使用者30" initials="未" lastIdx="8" clrIdx="0"/>
  <p:cmAuthor id="211" name="未知用户311" initials="未" lastIdx="2" clrIdx="0"/>
  <p:cmAuthor id="212" name="未知的使用者53" initials="未" lastIdx="1" clrIdx="0"/>
  <p:cmAuthor id="213" name="未知用户312" initials="未" lastIdx="1" clrIdx="0"/>
  <p:cmAuthor id="214" name="未知用户58" initials="未" lastIdx="5" clrIdx="1"/>
  <p:cmAuthor id="215" name="未知的使用者25" initials="未" lastIdx="1" clrIdx="0"/>
  <p:cmAuthor id="216" name="未知用户314" initials="未" lastIdx="1" clrIdx="1"/>
  <p:cmAuthor id="441412215" name="tonghailan" initials="t" lastIdx="1126972" clrIdx="0"/>
  <p:cmAuthor id="217" name="liupeng" initials="l" lastIdx="1" clrIdx="1"/>
  <p:cmAuthor id="218" name="晓  曲" initials="晓" lastIdx="1" clrIdx="0"/>
  <p:cmAuthor id="219" name="未知用户24" initials="未" lastIdx="1" clrIdx="0"/>
  <p:cmAuthor id="220" name="AbuSina" initials="A" lastIdx="2" clrIdx="0"/>
  <p:cmAuthor id="221" name="未知用户216" initials="未" lastIdx="1" clrIdx="0"/>
  <p:cmAuthor id="222" name="hl sun" initials="h" lastIdx="1" clrIdx="0"/>
  <p:cmAuthor id="223" name="孟连磊" initials="孟" lastIdx="1" clrIdx="0"/>
  <p:cmAuthor id="224" name="未知的使用者94" initials="未" lastIdx="1" clrIdx="2"/>
  <p:cmAuthor id="225" name="未知用户66" initials="未" lastIdx="1" clrIdx="0"/>
  <p:cmAuthor id="226" name="未知的使用者177" initials="未" lastIdx="8" clrIdx="0"/>
  <p:cmAuthor id="227" name="郑汝鸿" initials="郑" lastIdx="2" clrIdx="0"/>
  <p:cmAuthor id="228" name="未知用户19" initials="未" lastIdx="1" clrIdx="0"/>
  <p:cmAuthor id="229" name="周宏達JerryChou" initials="周" lastIdx="6" clrIdx="2"/>
  <p:cmAuthor id="230" name="邢辰凤" initials="邢" lastIdx="45" clrIdx="7"/>
  <p:cmAuthor id="231" name="未知用户7" initials="未" lastIdx="1" clrIdx="0"/>
  <p:cmAuthor id="232" name="未知的使用者56" initials="未" lastIdx="1" clrIdx="0"/>
  <p:cmAuthor id="233" name="未知用户46" initials="未" lastIdx="1" clrIdx="1"/>
  <p:cmAuthor id="234" name="未知的使用者119" initials="未" lastIdx="1" clrIdx="2"/>
  <p:cmAuthor id="235" name="未知用户59" initials="未" lastIdx="0" clrIdx="1"/>
  <p:cmAuthor id="236" name="未知的使用者22" initials="未" lastIdx="8" clrIdx="0"/>
  <p:cmAuthor id="237" name="未知的使用者103" initials="未" lastIdx="8" clrIdx="0"/>
  <p:cmAuthor id="238" name="Wenwen" initials="W" lastIdx="1" clrIdx="1"/>
  <p:cmAuthor id="239" name="未知的使用者117" initials="未" lastIdx="1" clrIdx="0"/>
  <p:cmAuthor id="240" name="未知用户51" initials="未" lastIdx="1" clrIdx="0"/>
  <p:cmAuthor id="241" name="未知的使用者28" initials="未" lastIdx="1" clrIdx="0"/>
  <p:cmAuthor id="242" name="未知用户67" initials="未" lastIdx="1" clrIdx="0"/>
  <p:cmAuthor id="243" name="未知用户114" initials="未" lastIdx="1" clrIdx="0"/>
  <p:cmAuthor id="244" name="未知用户18" initials="未" lastIdx="10" clrIdx="0"/>
  <p:cmAuthor id="245" name="未知的使用者67" initials="未" lastIdx="1" clrIdx="0"/>
  <p:cmAuthor id="246" name="未知的使用者46" initials="未" lastIdx="1" clrIdx="1"/>
  <p:cmAuthor id="247" name="未知的使用者26" initials="未" lastIdx="1" clrIdx="0"/>
  <p:cmAuthor id="248" name="未知的使用者43" initials="未" lastIdx="1" clrIdx="0"/>
  <p:cmAuthor id="249" name="未知的使用者9" initials="未" lastIdx="1" clrIdx="0"/>
  <p:cmAuthor id="250" name="未知用户62" initials="未" lastIdx="1" clrIdx="1"/>
  <p:cmAuthor id="251" name="yuanzh" initials="y" lastIdx="1" clrIdx="1"/>
  <p:cmAuthor id="252" name="不明使用者57" initials="不" lastIdx="1" clrIdx="0"/>
  <p:cmAuthor id="253" name="未知用户108" initials="未" lastIdx="1" clrIdx="0"/>
  <p:cmAuthor id="254" name="未知的使用者110" initials="未" lastIdx="1" clrIdx="0"/>
  <p:cmAuthor id="255" name="linyd" initials="l" lastIdx="3" clrIdx="1"/>
  <p:cmAuthor id="256" name="未知用户8" initials="未" lastIdx="1" clrIdx="0"/>
  <p:cmAuthor id="257" name="未知的使用者31" initials="未" lastIdx="1" clrIdx="0"/>
  <p:cmAuthor id="258" name="未知用户81" initials="未" lastIdx="1" clrIdx="0"/>
  <p:cmAuthor id="259" name="未知用户115" initials="未" lastIdx="1" clrIdx="0"/>
  <p:cmAuthor id="260" name="未知的使用者68" initials="未" lastIdx="1" clrIdx="0"/>
  <p:cmAuthor id="261" name="mm" initials="m" lastIdx="1" clrIdx="0"/>
  <p:cmAuthor id="262" name="未知用户15" initials="未" lastIdx="1" clrIdx="0"/>
  <p:cmAuthor id="263" name="朱晓瑜" initials="朱" lastIdx="54" clrIdx="0"/>
  <p:cmAuthor id="264" name="不明使用者20" initials="不" lastIdx="1" clrIdx="0"/>
  <p:cmAuthor id="265" name="未知的使用者7" initials="未" lastIdx="2" clrIdx="0"/>
  <p:cmAuthor id="266" name="未知用户6" initials="未" lastIdx="8" clrIdx="0"/>
  <p:cmAuthor id="267" name="未知的使用者55" initials="未" lastIdx="1" clrIdx="0"/>
  <p:cmAuthor id="268" name="未知的使用者111" initials="未" lastIdx="1" clrIdx="0"/>
  <p:cmAuthor id="269" name="未知的使用者50" initials="未" lastIdx="1" clrIdx="0"/>
  <p:cmAuthor id="270" name="未知的使用者11" initials="未" lastIdx="1" clrIdx="0"/>
  <p:cmAuthor id="271" name="未知用户47" initials="未" lastIdx="6" clrIdx="0"/>
  <p:cmAuthor id="272" name="未知用户106" initials="未" lastIdx="1" clrIdx="0"/>
  <p:cmAuthor id="273" name="未知用户116" initials="未" lastIdx="1" clrIdx="1"/>
  <p:cmAuthor id="274" name="未知的使用者150" initials="未" lastIdx="1" clrIdx="0"/>
  <p:cmAuthor id="275" name="未知的使用者69" initials="未" lastIdx="1" clrIdx="1"/>
  <p:cmAuthor id="276" name="未知的使用者112" initials="未" lastIdx="1" clrIdx="1"/>
  <p:cmAuthor id="277" name="梁亚栋" initials="梁" lastIdx="776053" clrIdx="0"/>
  <p:cmAuthor id="278" name="Kevin Hu" initials="K" lastIdx="1" clrIdx="0"/>
  <p:cmAuthor id="279" name="未知的使用者38" initials="未" lastIdx="1" clrIdx="0"/>
  <p:cmAuthor id="991434852" name="姗SHAN" initials="姗" lastIdx="1" clrIdx="678"/>
  <p:cmAuthor id="280" name="未知的使用者8" initials="未" lastIdx="1" clrIdx="0"/>
  <p:cmAuthor id="281" name="不明使用者56" initials="不" lastIdx="1" clrIdx="0"/>
  <p:cmAuthor id="282" name="P00035_jeremy" initials="P" lastIdx="1" clrIdx="0"/>
  <p:cmAuthor id="283" name="Unknown User7" initials="U" lastIdx="1" clrIdx="0"/>
  <p:cmAuthor id="284" name="muzi wei" initials="m" lastIdx="1" clrIdx="0"/>
  <p:cmAuthor id="285" name="未知的使用者41" initials="未" lastIdx="1" clrIdx="0"/>
  <p:cmAuthor id="286" name="djj" initials="d" lastIdx="2" clrIdx="0"/>
  <p:cmAuthor id="287" name="未知用户117" initials="未" lastIdx="1" clrIdx="2"/>
  <p:cmAuthor id="288" name="未知的使用者92" initials="未" lastIdx="1" clrIdx="0"/>
  <p:cmAuthor id="289" name="未知用户13" initials="未" lastIdx="1" clrIdx="0"/>
  <p:cmAuthor id="290" name="不明使用者21" initials="不" lastIdx="1" clrIdx="0"/>
  <p:cmAuthor id="291" name="YUMINGNJ" initials="Y" lastIdx="3" clrIdx="0"/>
  <p:cmAuthor id="292" name="未知的使用者52" initials="未" lastIdx="1" clrIdx="1"/>
  <p:cmAuthor id="293" name="未知用户109" initials="未" lastIdx="1" clrIdx="1"/>
  <p:cmAuthor id="294" name="Unknown User117" initials="U" lastIdx="10" clrIdx="0"/>
  <p:cmAuthor id="295" name="thomas" initials="t" lastIdx="1" clrIdx="49"/>
  <p:cmAuthor id="296" name="姚琳" initials="姚" lastIdx="1133934" clrIdx="0"/>
  <p:cmAuthor id="297" name="未知的使用者3" initials="未" lastIdx="7" clrIdx="1"/>
  <p:cmAuthor id="298" name="chen" initials="c" lastIdx="1" clrIdx="2"/>
  <p:cmAuthor id="299" name="未知用户14" initials="未" lastIdx="1" clrIdx="0"/>
  <p:cmAuthor id="300" name="Unknown User65" initials="U" lastIdx="1" clrIdx="0"/>
  <p:cmAuthor id="301" name="未知用户98" initials="未" lastIdx="1" clrIdx="2"/>
  <p:cmAuthor id="302" name="Windows 用户" initials="W" lastIdx="1" clrIdx="0"/>
  <p:cmAuthor id="303" name="Unknown User22" initials="U" lastIdx="1" clrIdx="0"/>
  <p:cmAuthor id="304" name="未知用户61" initials="未" lastIdx="8" clrIdx="0"/>
  <p:cmAuthor id="305" name="張秀娟" initials="張" lastIdx="1" clrIdx="2"/>
  <p:cmAuthor id="306" name="Jason Wang" initials="J" lastIdx="1" clrIdx="0"/>
  <p:cmAuthor id="307" name="不明使用者18" initials="不" lastIdx="0" clrIdx="1"/>
  <p:cmAuthor id="308" name="未知用户28" initials="未" lastIdx="5" clrIdx="1"/>
  <p:cmAuthor id="309" name="未知的使用者72" initials="未" lastIdx="1" clrIdx="0"/>
  <p:cmAuthor id="310" name="未知的使用者48" initials="未" lastIdx="1" clrIdx="0"/>
  <p:cmAuthor id="311" name="未知的使用者104" initials="未" lastIdx="1" clrIdx="0"/>
  <p:cmAuthor id="312" name="未知用户60" initials="未" lastIdx="1" clrIdx="0"/>
  <p:cmAuthor id="313" name="未知的使用者39" initials="未" lastIdx="10" clrIdx="0"/>
  <p:cmAuthor id="314" name="Shawna Strickland" initials="S" lastIdx="2" clrIdx="0"/>
  <p:cmAuthor id="315" name="未知的使用者36" initials="未" lastIdx="3" clrIdx="1"/>
  <p:cmAuthor id="316" name="未知的使用者136" initials="未" lastIdx="1" clrIdx="0"/>
  <p:cmAuthor id="317" name="Daniel Wuu" initials="D" lastIdx="1" clrIdx="0"/>
  <p:cmAuthor id="318" name="未知用户56" initials="未" lastIdx="1" clrIdx="0"/>
  <p:cmAuthor id="319" name="健君" initials="健" lastIdx="2" clrIdx="0"/>
  <p:cmAuthor id="320" name="未知的使用者84" initials="未" lastIdx="1" clrIdx="1"/>
  <p:cmAuthor id="321" name="未知的使用者197" initials="未" lastIdx="8" clrIdx="0"/>
  <p:cmAuthor id="322" name="Ashley Eberenz" initials="A" lastIdx="7" clrIdx="1"/>
  <p:cmAuthor id="323" name="不明使用者19" initials="不" lastIdx="1" clrIdx="0"/>
  <p:cmAuthor id="324" name="qiantong" initials="q" lastIdx="3" clrIdx="1"/>
  <p:cmAuthor id="325" name="未知的使用者74" initials="未" lastIdx="1" clrIdx="0"/>
  <p:cmAuthor id="326" name="未知的使用者23" initials="未" lastIdx="1" clrIdx="0"/>
  <p:cmAuthor id="327" name="未知的使用者1" initials="未" lastIdx="8" clrIdx="0"/>
  <p:cmAuthor id="328" name="116304" initials="1" lastIdx="1" clrIdx="1"/>
  <p:cmAuthor id="329" name="未知用户31" initials="未" lastIdx="1" clrIdx="1"/>
  <p:cmAuthor id="330" name="R affer" initials="R" lastIdx="1" clrIdx="0"/>
  <p:cmAuthor id="331" name="cbm" initials="c" lastIdx="1" clrIdx="0"/>
  <p:cmAuthor id="332" name="未知用户55" initials="未" lastIdx="1" clrIdx="0"/>
  <p:cmAuthor id="333" name="未知的使用者95" initials="未" lastIdx="1" clrIdx="0"/>
  <p:cmAuthor id="334" name="未知的使用者32" initials="未" lastIdx="1" clrIdx="0"/>
  <p:cmAuthor id="335" name="未知的使用者49" initials="未" lastIdx="1" clrIdx="0"/>
  <p:cmAuthor id="336" name="Unknown User26" initials="U" lastIdx="1" clrIdx="1"/>
  <p:cmAuthor id="337" name="yuexuejun" initials="y" lastIdx="3" clrIdx="0"/>
  <p:cmAuthor id="338" name="未知的使用者71" initials="未" lastIdx="1" clrIdx="1"/>
  <p:cmAuthor id="339" name="未知的使用者105" initials="未" lastIdx="1" clrIdx="0"/>
  <p:cmAuthor id="340" name="Unknown User70" initials="U" lastIdx="1" clrIdx="0"/>
  <p:cmAuthor id="287643686" name="zhao jia" initials="zj" lastIdx="1" clrIdx="47"/>
  <p:cmAuthor id="341" name="clinchen" initials="c" lastIdx="0" clrIdx="1"/>
  <p:cmAuthor id="287643687" name="cheng" initials="c" lastIdx="13" clrIdx="0"/>
  <p:cmAuthor id="342" name="未知用户23" initials="未" lastIdx="1" clrIdx="0"/>
  <p:cmAuthor id="287643688" name="方少_UbQfrimU" initials="authorId_442114952" lastIdx="0" clrIdx="0"/>
  <p:cmAuthor id="343" name="李 嘉" initials="李" lastIdx="1" clrIdx="26"/>
  <p:cmAuthor id="691587973" name="wangyishi (A)" initials="w(" lastIdx="1" clrIdx="51"/>
  <p:cmAuthor id="287643689" name="叶盛_Q3A3IfEf" initials="authorId_506280334" lastIdx="0" clrIdx="0"/>
  <p:cmAuthor id="383159678" name="FAN" initials="F" lastIdx="555744" clrIdx="0"/>
  <p:cmAuthor id="344" name="hanjuncompany" initials="h" lastIdx="1" clrIdx="0"/>
  <p:cmAuthor id="691587974" name="佳慧 戴" initials="佳戴" lastIdx="2" clrIdx="60"/>
  <p:cmAuthor id="287643690" name="Harley._bEJrUJ7r" initials="authorId_432156705" lastIdx="0" clrIdx="0"/>
  <p:cmAuthor id="383159679" name="sunaoran" initials="s" lastIdx="2" clrIdx="3"/>
  <p:cmAuthor id="345" name="gus9@chinaunicom.cn" initials="g" lastIdx="4" clrIdx="27"/>
  <p:cmAuthor id="691587975" name="ZhengShilei" initials="Z" lastIdx="1" clrIdx="323"/>
  <p:cmAuthor id="287643691" name="罗平_VB7vJb2E" initials="authorId_305049361" lastIdx="0" clrIdx="0"/>
  <p:cmAuthor id="346" name="kathy chen" initials="k" lastIdx="3" clrIdx="0"/>
  <p:cmAuthor id="691587976" name="8618608404186" initials="" lastIdx="1" clrIdx="634"/>
  <p:cmAuthor id="287643692" name="xixi_nUjqe22E" initials="authorId_359229261" lastIdx="0" clrIdx="0"/>
  <p:cmAuthor id="347" name="未知的使用者63" initials="未" lastIdx="1" clrIdx="0"/>
  <p:cmAuthor id="691587977" name="伟 刘" initials="伟刘" lastIdx="1" clrIdx="648"/>
  <p:cmAuthor id="287643693" name="安安_zm6nYnYZ" initials="authorId_347340296" lastIdx="0" clrIdx="0"/>
  <p:cmAuthor id="348" name="未知的使用者64" initials="未" lastIdx="3" clrIdx="1"/>
  <p:cmAuthor id="691587978" name="liuzh" initials="l" lastIdx="3" clrIdx="691587977"/>
  <p:cmAuthor id="349" name="未知的使用者47" initials="未" lastIdx="1" clrIdx="0"/>
  <p:cmAuthor id="691587979" name="韩莹莹" initials="韩" lastIdx="1" clrIdx="691587978"/>
  <p:cmAuthor id="350" name="未知的使用者60" initials="未" lastIdx="8" clrIdx="0"/>
  <p:cmAuthor id="287643696" name="周君_MfIffYra" initials="authorId_375419134" lastIdx="0" clrIdx="0"/>
  <p:cmAuthor id="351" name="未知的使用者59" initials="未" lastIdx="1" clrIdx="0"/>
  <p:cmAuthor id="352" name="未知的使用者54" initials="未" lastIdx="1" clrIdx="0"/>
  <p:cmAuthor id="353" name="未知的使用者66" initials="未" lastIdx="8" clrIdx="0"/>
  <p:cmAuthor id="354" name="未知的使用者65" initials="未" lastIdx="1" clrIdx="0"/>
  <p:cmAuthor id="355" name="未知的使用者106" initials="未" lastIdx="3" clrIdx="1"/>
  <p:cmAuthor id="356" name="未知的使用者107" initials="未" lastIdx="1" clrIdx="1"/>
  <p:cmAuthor id="357" name="未知的使用者108" initials="未" lastIdx="1" clrIdx="0"/>
  <p:cmAuthor id="358" name="未知的使用者86" initials="未" lastIdx="1" clrIdx="0"/>
  <p:cmAuthor id="359" name="未知的使用者116" initials="未" lastIdx="1" clrIdx="1"/>
  <p:cmAuthor id="360" name="未知的使用者44" initials="未" lastIdx="1" clrIdx="0"/>
  <p:cmAuthor id="361" name="未知的使用者37" initials="未" lastIdx="1" clrIdx="0"/>
  <p:cmAuthor id="362" name="未知的使用者126" initials="未" lastIdx="1" clrIdx="0"/>
  <p:cmAuthor id="363" name="未知的使用者127" initials="未" lastIdx="3" clrIdx="1"/>
  <p:cmAuthor id="364" name="未知的使用者128" initials="未" lastIdx="1" clrIdx="1"/>
  <p:cmAuthor id="365" name="未知的使用者124" initials="未" lastIdx="1" clrIdx="0"/>
  <p:cmAuthor id="366" name="未知的使用者125" initials="未" lastIdx="1" clrIdx="0"/>
  <p:cmAuthor id="367" name="Sara Chen" initials="S" lastIdx="1" clrIdx="0"/>
  <p:cmAuthor id="368" name="huang gerrard" initials="h" lastIdx="1" clrIdx="0"/>
  <p:cmAuthor id="369" name="未知用户170" initials="未" lastIdx="1" clrIdx="0"/>
  <p:cmAuthor id="370" name="未知用户171" initials="未" lastIdx="5" clrIdx="1"/>
  <p:cmAuthor id="371" name="未知用户172" initials="未" lastIdx="1" clrIdx="1"/>
  <p:cmAuthor id="372" name="未知用户173" initials="未" lastIdx="1" clrIdx="0"/>
  <p:cmAuthor id="373" name="未知用户149" initials="未" lastIdx="1" clrIdx="0"/>
  <p:cmAuthor id="374" name="未知用户150" initials="未" lastIdx="1" clrIdx="0"/>
  <p:cmAuthor id="375" name="未知用户151" initials="未" lastIdx="2" clrIdx="0"/>
  <p:cmAuthor id="376" name="未知用户152" initials="未" lastIdx="8" clrIdx="0"/>
  <p:cmAuthor id="377" name="未知用户153" initials="未" lastIdx="8" clrIdx="0"/>
  <p:cmAuthor id="378" name="未知用户154" initials="未" lastIdx="1" clrIdx="0"/>
  <p:cmAuthor id="379" name="未知用户155" initials="未" lastIdx="1" clrIdx="0"/>
  <p:cmAuthor id="380" name="未知用户41" initials="未" lastIdx="8" clrIdx="0"/>
  <p:cmAuthor id="381" name="未知用户44" initials="未" lastIdx="1" clrIdx="0"/>
  <p:cmAuthor id="382" name="未知用户45" initials="未" lastIdx="1" clrIdx="0"/>
  <p:cmAuthor id="383" name="未知用户156" initials="未" lastIdx="10" clrIdx="0"/>
  <p:cmAuthor id="384" name="未知用户64" initials="未" lastIdx="1" clrIdx="0"/>
  <p:cmAuthor id="385" name="未知用户65" initials="未" lastIdx="1" clrIdx="0"/>
  <p:cmAuthor id="386" name="未知用户68" initials="未" lastIdx="1" clrIdx="0"/>
  <p:cmAuthor id="387" name="mei shuo" initials="m" lastIdx="1" clrIdx="24"/>
  <p:cmAuthor id="388" name="未知用户69" initials="未" lastIdx="2" clrIdx="0"/>
  <p:cmAuthor id="389" name="dengwanting" initials="d" lastIdx="1" clrIdx="50"/>
  <p:cmAuthor id="390" name="未知用户70" initials="未" lastIdx="1" clrIdx="1"/>
  <p:cmAuthor id="391" name="未知用户71" initials="未" lastIdx="1" clrIdx="0"/>
  <p:cmAuthor id="392" name="未知用户72" initials="未" lastIdx="1" clrIdx="0"/>
  <p:cmAuthor id="393" name="未知用户73" initials="未" lastIdx="2" clrIdx="0"/>
  <p:cmAuthor id="394" name="未知用户49" initials="未" lastIdx="1" clrIdx="0"/>
  <p:cmAuthor id="395" name="未知用户50" initials="未" lastIdx="1" clrIdx="0"/>
  <p:cmAuthor id="396" name="未知用户52" initials="未" lastIdx="1" clrIdx="0"/>
  <p:cmAuthor id="397" name="MA15" initials="M" lastIdx="1" clrIdx="0"/>
  <p:cmAuthor id="398" name="未知用户53" initials="未" lastIdx="10" clrIdx="0"/>
  <p:cmAuthor id="399" name="未知用户96" initials="未" lastIdx="1" clrIdx="0"/>
  <p:cmAuthor id="400" name="未知用户48" initials="未" lastIdx="1" clrIdx="0"/>
  <p:cmAuthor id="401" name="未知用户97" initials="未" lastIdx="2" clrIdx="0"/>
  <p:cmAuthor id="402" name="未知用户40" initials="未" lastIdx="5" clrIdx="1"/>
  <p:cmAuthor id="403" name="未知用户43" initials="未" lastIdx="1" clrIdx="0"/>
  <p:cmAuthor id="404" name="未知用户100" initials="未" lastIdx="1" clrIdx="0"/>
  <p:cmAuthor id="405" name="未知用户101" initials="未" lastIdx="1" clrIdx="0"/>
  <p:cmAuthor id="406" name="未知用户26" initials="未" lastIdx="1" clrIdx="0"/>
  <p:cmAuthor id="407" name="未知用户29" initials="未" lastIdx="1" clrIdx="0"/>
  <p:cmAuthor id="408" name="未知用户32" initials="未" lastIdx="1" clrIdx="0"/>
  <p:cmAuthor id="409" name="未知用户33" initials="未" lastIdx="1" clrIdx="0"/>
  <p:cmAuthor id="410" name="未知用户34" initials="未" lastIdx="2" clrIdx="0"/>
  <p:cmAuthor id="411" name="未知用户42" initials="未" lastIdx="1" clrIdx="0"/>
  <p:cmAuthor id="412" name="未知的使用者109" initials="未" lastIdx="5" clrIdx="1"/>
  <p:cmAuthor id="413" name="未知的使用者122" initials="未" lastIdx="1" clrIdx="0"/>
  <p:cmAuthor id="414" name="未知的使用者123" initials="未" lastIdx="8" clrIdx="0"/>
  <p:cmAuthor id="415" name="未知用户90" initials="未" lastIdx="5" clrIdx="1"/>
  <p:cmAuthor id="416" name="未知用户91" initials="未" lastIdx="0" clrIdx="1"/>
  <p:cmAuthor id="417" name="未知用户92" initials="未" lastIdx="1" clrIdx="0"/>
  <p:cmAuthor id="418" name="未知用户74" initials="未" lastIdx="6" clrIdx="1"/>
  <p:cmAuthor id="419" name="未知用户75" initials="未" lastIdx="8" clrIdx="0"/>
  <p:cmAuthor id="420" name="未知用户76" initials="未" lastIdx="1" clrIdx="0"/>
  <p:cmAuthor id="421" name="未知用户77" initials="未" lastIdx="8" clrIdx="0"/>
  <p:cmAuthor id="422" name="未知用户78" initials="未" lastIdx="8" clrIdx="0"/>
  <p:cmAuthor id="423" name="未知用户79" initials="未" lastIdx="1" clrIdx="0"/>
  <p:cmAuthor id="424" name="未知用户80" initials="未" lastIdx="1" clrIdx="0"/>
  <p:cmAuthor id="425" name="Harry xu" initials="H" lastIdx="1" clrIdx="0"/>
  <p:cmAuthor id="426" name="未知用户27" initials="未" lastIdx="1" clrIdx="0"/>
  <p:cmAuthor id="427" name="未知用户35" initials="未" lastIdx="1" clrIdx="0"/>
  <p:cmAuthor id="428" name="未知用户111" initials="未" lastIdx="1" clrIdx="1"/>
  <p:cmAuthor id="429" name="标注" initials="标" lastIdx="2" clrIdx="321"/>
  <p:cmAuthor id="430" name="94895" initials="9" lastIdx="1" clrIdx="322"/>
  <p:cmAuthor id="431" name="多丽娅" initials="多" lastIdx="1" clrIdx="323"/>
  <p:cmAuthor id="432" name="sunyi1" initials="s" lastIdx="1" clrIdx="324"/>
  <p:cmAuthor id="433" name="10331183" initials="1" lastIdx="1" clrIdx="325"/>
  <p:cmAuthor id="434" name="whpaul" initials="w" lastIdx="1" clrIdx="326"/>
  <p:cmAuthor id="435" name="琚超" initials="琚" lastIdx="1" clrIdx="327"/>
  <p:cmAuthor id="436" name="beibei" initials="b" lastIdx="15" clrIdx="328"/>
  <p:cmAuthor id="437" name="徐孟江_MbuiiUbI" initials="徐" lastIdx="0" clrIdx="0"/>
  <p:cmAuthor id="438" name="goodbobo" initials="g" lastIdx="1" clrIdx="329"/>
  <p:cmAuthor id="439" name="zhang shaohui" initials="z" lastIdx="5" clrIdx="33"/>
  <p:cmAuthor id="440" name="金洁" initials="金" lastIdx="1" clrIdx="330"/>
  <p:cmAuthor id="441" name="王竑达" initials="王" lastIdx="1" clrIdx="34"/>
  <p:cmAuthor id="442" name="Liu, Hongqing (NSB - CN/Shanghai)" initials="L" lastIdx="1" clrIdx="41"/>
  <p:cmAuthor id="443" name="梁鹏" initials="梁" lastIdx="1" clrIdx="35"/>
  <p:cmAuthor id="444" name="sh-fanjunjie" initials="s" lastIdx="1" clrIdx="332"/>
  <p:cmAuthor id="445" name="lll" initials="l" lastIdx="1" clrIdx="333"/>
  <p:cmAuthor id="446" name="Cynthia L" initials="C" lastIdx="1" clrIdx="37"/>
  <p:cmAuthor id="447" name="wuxiaoqi1" initials="w" lastIdx="2" clrIdx="334"/>
  <p:cmAuthor id="448" name="qsl" initials="q" lastIdx="3" clrIdx="38"/>
  <p:cmAuthor id="449" name="00030386" initials="0" lastIdx="1" clrIdx="335"/>
  <p:cmAuthor id="450" name="raymond luan" initials="r" lastIdx="0" clrIdx="0"/>
  <p:cmAuthor id="451" name="thinkin" initials="t" lastIdx="2" clrIdx="337"/>
  <p:cmAuthor id="452" name="赵刚" initials="赵" lastIdx="1" clrIdx="325"/>
  <p:cmAuthor id="453" name="zhang" initials="z" lastIdx="1" clrIdx="339"/>
  <p:cmAuthor id="454" name="mu zi" initials="m" lastIdx="6" clrIdx="22"/>
  <p:cmAuthor id="455" name="代雨桐" initials="代" lastIdx="1" clrIdx="341"/>
  <p:cmAuthor id="456" name="娜娅" initials="娜" lastIdx="2" clrIdx="342"/>
  <p:cmAuthor id="457" name="houhj26" initials="h" lastIdx="1" clrIdx="343"/>
  <p:cmAuthor id="458" name="仝德志" initials="仝" lastIdx="1" clrIdx="0"/>
  <p:cmAuthor id="459" name="PC" initials="P" lastIdx="4" clrIdx="0"/>
  <p:cmAuthor id="460" name="未知的使用者169" initials="未" lastIdx="1" clrIdx="0"/>
  <p:cmAuthor id="461" name="未知的使用者183" initials="未" lastIdx="5" clrIdx="1"/>
  <p:cmAuthor id="462" name="未知的使用者182" initials="未" lastIdx="1" clrIdx="1"/>
  <p:cmAuthor id="463" name="未知的使用者173" initials="未" lastIdx="1" clrIdx="0"/>
  <p:cmAuthor id="464" name="未知的使用者161" initials="未" lastIdx="1" clrIdx="0"/>
  <p:cmAuthor id="465" name="崔彤欣" initials="崔" lastIdx="1" clrIdx="321"/>
  <p:cmAuthor id="466" name="未知的使用者162" initials="未" lastIdx="1" clrIdx="0"/>
  <p:cmAuthor id="467" name="yangjun123" initials="y" lastIdx="1" clrIdx="354"/>
  <p:cmAuthor id="468" name="未知的使用者184" initials="未" lastIdx="8" clrIdx="0"/>
  <p:cmAuthor id="469" name="未知的使用者185" initials="未" lastIdx="10" clrIdx="0"/>
  <p:cmAuthor id="470" name="未知的使用者186" initials="未" lastIdx="1" clrIdx="0"/>
  <p:cmAuthor id="471" name="未知的使用者175" initials="未" lastIdx="8" clrIdx="0"/>
  <p:cmAuthor id="472" name="未知的使用者176" initials="未" lastIdx="1" clrIdx="0"/>
  <p:cmAuthor id="473" name="未知的使用者187" initials="未" lastIdx="1" clrIdx="0"/>
  <p:cmAuthor id="474" name="未知的使用者178" initials="未" lastIdx="1" clrIdx="0"/>
  <p:cmAuthor id="475" name="未知的使用者179" initials="未" lastIdx="1" clrIdx="0"/>
  <p:cmAuthor id="476" name="未知的使用者180" initials="未" lastIdx="2" clrIdx="0"/>
  <p:cmAuthor id="477" name="未知的使用者181" initials="未" lastIdx="7" clrIdx="1"/>
  <p:cmAuthor id="478" name="未知的使用者170" initials="未" lastIdx="43" clrIdx="1"/>
  <p:cmAuthor id="479" name="HUAWEI" initials="H" lastIdx="2" clrIdx="366"/>
  <p:cmAuthor id="480" name="林诗婷" initials="林" lastIdx="1" clrIdx="367"/>
  <p:cmAuthor id="481" name="未知的使用者141" initials="未" lastIdx="8" clrIdx="0"/>
  <p:cmAuthor id="482" name="未知的使用者142" initials="未" lastIdx="1" clrIdx="0"/>
  <p:cmAuthor id="483" name="未知的使用者143" initials="未" lastIdx="1" clrIdx="0"/>
  <p:cmAuthor id="484" name="未知的使用者144" initials="未" lastIdx="1" clrIdx="0"/>
  <p:cmAuthor id="485" name="未知的使用者145" initials="未" lastIdx="1" clrIdx="0"/>
  <p:cmAuthor id="486" name="未知的使用者146" initials="未" lastIdx="1" clrIdx="0"/>
  <p:cmAuthor id="2001" name=" " initials="" lastIdx="1" clrIdx="6"/>
  <p:cmAuthor id="487" name="未知的使用者147" initials="未" lastIdx="1" clrIdx="0"/>
  <p:cmAuthor id="488" name="未知的使用者148" initials="未" lastIdx="8" clrIdx="0"/>
  <p:cmAuthor id="2003" name="晶晶 张" initials="晶张" lastIdx="1" clrIdx="76"/>
  <p:cmAuthor id="489" name="未知的使用者149" initials="未" lastIdx="8" clrIdx="0"/>
  <p:cmAuthor id="490" name="刘云轩" initials="刘" lastIdx="1" clrIdx="0"/>
  <p:cmAuthor id="491" name="sharon" initials="s" lastIdx="1" clrIdx="84"/>
  <p:cmAuthor id="492" name="未知用户131" initials="未" lastIdx="1" clrIdx="2"/>
  <p:cmAuthor id="493" name="未知的使用者194" initials="未" lastIdx="1" clrIdx="0"/>
  <p:cmAuthor id="494" name="未知用户134" initials="未" lastIdx="10" clrIdx="0"/>
  <p:cmAuthor id="495" name="未知用户135" initials="未" lastIdx="1" clrIdx="0"/>
  <p:cmAuthor id="496" name="未知用户136" initials="未" lastIdx="1" clrIdx="1"/>
  <p:cmAuthor id="497" name="Yoyo Wu" initials="Y" lastIdx="2" clrIdx="0"/>
  <p:cmAuthor id="498" name="未知的使用者201" initials="未" lastIdx="8" clrIdx="0"/>
  <p:cmAuthor id="499" name="任涛10036216" initials="任" lastIdx="1" clrIdx="41"/>
  <p:cmAuthor id="500" name="未知的使用者202" initials="未" lastIdx="0" clrIdx="1"/>
  <p:cmAuthor id="501" name="未知的使用者171" initials="未" lastIdx="3" clrIdx="1"/>
  <p:cmAuthor id="502" name="未知的使用者195" initials="未" lastIdx="1" clrIdx="1"/>
  <p:cmAuthor id="503" name="未知的使用者196" initials="未" lastIdx="1" clrIdx="0"/>
  <p:cmAuthor id="504" name="未知的使用者222" initials="未" lastIdx="5" clrIdx="1"/>
  <p:cmAuthor id="505" name="未知的使用者203" initials="未" lastIdx="1" clrIdx="0"/>
  <p:cmAuthor id="506" name="未知的使用者204" initials="未" lastIdx="1" clrIdx="0"/>
  <p:cmAuthor id="507" name="未知的使用者225" initials="未" lastIdx="1" clrIdx="0"/>
  <p:cmAuthor id="508" name="未知用户133" initials="未" lastIdx="1" clrIdx="0"/>
  <p:cmAuthor id="509" name="zhangbin" initials="z" lastIdx="6" clrIdx="0"/>
  <p:cmAuthor id="510" name="未知的使用者232" initials="未" lastIdx="8" clrIdx="0"/>
  <p:cmAuthor id="511" name="未知用户330" initials="未" lastIdx="5" clrIdx="0"/>
  <p:cmAuthor id="512" name="未知用户177" initials="未" lastIdx="2" clrIdx="0"/>
  <p:cmAuthor id="513" name="未知用户184" initials="未" lastIdx="1" clrIdx="1"/>
  <p:cmAuthor id="514" name="未知用户181" initials="未" lastIdx="2" clrIdx="0"/>
  <p:cmAuthor id="515" name="未知用户182" initials="未" lastIdx="1" clrIdx="49"/>
  <p:cmAuthor id="516" name="未知用户204" initials="未" lastIdx="1" clrIdx="0"/>
  <p:cmAuthor id="517" name="未知用户205" initials="未" lastIdx="1" clrIdx="0"/>
  <p:cmAuthor id="518" name="未知用户193" initials="未" lastIdx="3" clrIdx="0"/>
  <p:cmAuthor id="519" name="未知用户194" initials="未" lastIdx="1" clrIdx="0"/>
  <p:cmAuthor id="520" name="未知用户187" initials="未" lastIdx="10" clrIdx="0"/>
  <p:cmAuthor id="521" name="Kent" initials="K" lastIdx="2" clrIdx="0"/>
  <p:cmAuthor id="522" name="留毓吟" initials="留" lastIdx="1" clrIdx="0"/>
  <p:cmAuthor id="523" name="王嘉偉" initials="王" lastIdx="2" clrIdx="0"/>
  <p:cmAuthor id="524" name="dcis" initials="d" lastIdx="4" clrIdx="0"/>
  <p:cmAuthor id="525" name="FanJQ" initials="F" lastIdx="1" clrIdx="1"/>
  <p:cmAuthor id="526" name="未知用户211" initials="未" lastIdx="8" clrIdx="0"/>
  <p:cmAuthor id="527" name="未知用户212" initials="未" lastIdx="8" clrIdx="0"/>
  <p:cmAuthor id="381437688" name="谢学斌" initials="谢" lastIdx="0" clrIdx="0"/>
  <p:cmAuthor id="528" name="未知用户210" initials="未" lastIdx="1" clrIdx="0"/>
  <p:cmAuthor id="529" name="未知用户201" initials="未" lastIdx="8" clrIdx="0"/>
  <p:cmAuthor id="530" name="未知用户161" initials="未" lastIdx="1" clrIdx="0"/>
  <p:cmAuthor id="531" name="未知用户183" initials="未" lastIdx="1" clrIdx="0"/>
  <p:cmAuthor id="532" name="未知用户162" initials="未" lastIdx="1" clrIdx="0"/>
  <p:cmAuthor id="533" name="未知用户163" initials="未" lastIdx="8" clrIdx="0"/>
  <p:cmAuthor id="534" name="未知用户164" initials="未" lastIdx="1" clrIdx="0"/>
  <p:cmAuthor id="535" name="未知用户165" initials="未" lastIdx="2" clrIdx="0"/>
  <p:cmAuthor id="536" name="未知用户191" initials="未" lastIdx="1" clrIdx="0"/>
  <p:cmAuthor id="537" name="未知用户167" initials="未" lastIdx="1" clrIdx="0"/>
  <p:cmAuthor id="538" name="未知用户202" initials="未" lastIdx="8" clrIdx="0"/>
  <p:cmAuthor id="539" name="未知用户169" initials="未" lastIdx="1" clrIdx="0"/>
  <p:cmAuthor id="540" name="未知用户192" initials="未" lastIdx="1" clrIdx="0"/>
  <p:cmAuthor id="541" name="未知用户203" initials="未" lastIdx="1" clrIdx="1"/>
  <p:cmAuthor id="542" name="未知用户174" initials="未" lastIdx="1" clrIdx="0"/>
  <p:cmAuthor id="543" name="未知用户175" initials="未" lastIdx="1" clrIdx="0"/>
  <p:cmAuthor id="544" name="未知用户176" initials="未" lastIdx="1" clrIdx="0"/>
  <p:cmAuthor id="545" name="未知的使用者167" initials="未" lastIdx="0" clrIdx="1"/>
  <p:cmAuthor id="546" name="未知的使用者159" initials="未" lastIdx="1" clrIdx="1"/>
  <p:cmAuthor id="547" name="未知的使用者160" initials="未" lastIdx="1" clrIdx="0"/>
  <p:cmAuthor id="548" name="未知的使用者168" initials="未" lastIdx="1" clrIdx="0"/>
  <p:cmAuthor id="549" name="不明使用者7" initials="不" lastIdx="7" clrIdx="1"/>
  <p:cmAuthor id="550" name="未知用户120" initials="未" lastIdx="1" clrIdx="0"/>
  <p:cmAuthor id="551" name="未知用户122" initials="未" lastIdx="1" clrIdx="0"/>
  <p:cmAuthor id="552" name="未知用户132" initials="未" lastIdx="1" clrIdx="0"/>
  <p:cmAuthor id="553" name="未知用户141" initials="未" lastIdx="1" clrIdx="1"/>
  <p:cmAuthor id="554" name="未知用户143" initials="未" lastIdx="1" clrIdx="0"/>
  <p:cmAuthor id="555" name="未知用户144" initials="未" lastIdx="1" clrIdx="0"/>
  <p:cmAuthor id="556" name="未知用户145" initials="未" lastIdx="2" clrIdx="0"/>
  <p:cmAuthor id="557" name="未知用户119" initials="未" lastIdx="1" clrIdx="1"/>
  <p:cmAuthor id="558" name="未知用户140" initials="未" lastIdx="0" clrIdx="1"/>
  <p:cmAuthor id="559" name="未知用户142" initials="未" lastIdx="1" clrIdx="0"/>
  <p:cmAuthor id="560" name="未知用户157" initials="未" lastIdx="8" clrIdx="0"/>
  <p:cmAuthor id="561" name="未知用户158" initials="未" lastIdx="2" clrIdx="0"/>
  <p:cmAuthor id="562" name="未知用户159" initials="未" lastIdx="1" clrIdx="0"/>
  <p:cmAuthor id="563" name="未知用户160" initials="未" lastIdx="2" clrIdx="0"/>
  <p:cmAuthor id="564" name="未知用户168" initials="未" lastIdx="1" clrIdx="0"/>
  <p:cmAuthor id="565" name="順天" initials="順" lastIdx="1" clrIdx="0"/>
  <p:cmAuthor id="566" name="未知用户287" initials="未" lastIdx="0" clrIdx="1"/>
  <p:cmAuthor id="567" name="未知用户288" initials="未" lastIdx="1" clrIdx="0"/>
  <p:cmAuthor id="568" name="未知用户289" initials="未" lastIdx="1" clrIdx="0"/>
  <p:cmAuthor id="569" name="未知用户206" initials="未" lastIdx="6" clrIdx="0"/>
  <p:cmAuthor id="570" name="nancy" initials="n" lastIdx="1" clrIdx="0"/>
  <p:cmAuthor id="571" name="未知用户166" initials="未" lastIdx="1" clrIdx="0"/>
  <p:cmAuthor id="572" name="未知用户195" initials="未" lastIdx="1" clrIdx="0"/>
  <p:cmAuthor id="573" name="未知用户207" initials="未" lastIdx="3" clrIdx="1"/>
  <p:cmAuthor id="574" name="未知的使用者207" initials="未" lastIdx="1" clrIdx="0"/>
  <p:cmAuthor id="575" name="未知的使用者208" initials="未" lastIdx="1" clrIdx="0"/>
  <p:cmAuthor id="576" name="未知的使用者188" initials="未" lastIdx="1" clrIdx="0"/>
  <p:cmAuthor id="577" name="未知的使用者189" initials="未" lastIdx="2" clrIdx="0"/>
  <p:cmAuthor id="578" name="未知的使用者190" initials="未" lastIdx="1" clrIdx="1"/>
  <p:cmAuthor id="579" name="未知的使用者191" initials="未" lastIdx="1" clrIdx="0"/>
  <p:cmAuthor id="580" name="未知的使用者192" initials="未" lastIdx="1" clrIdx="0"/>
  <p:cmAuthor id="581" name="未知的使用者193" initials="未" lastIdx="2" clrIdx="0"/>
  <p:cmAuthor id="582" name="未知的使用者209" initials="未" lastIdx="8" clrIdx="0"/>
  <p:cmAuthor id="583" name="未知的使用者210" initials="未" lastIdx="1" clrIdx="0"/>
  <p:cmAuthor id="584" name="未知的使用者211" initials="未" lastIdx="1" clrIdx="0"/>
  <p:cmAuthor id="585" name="未知的使用者212" initials="未" lastIdx="11" clrIdx="0"/>
  <p:cmAuthor id="586" name="未知的使用者213" initials="未" lastIdx="7" clrIdx="1"/>
  <p:cmAuthor id="587" name="未知的使用者214" initials="未" lastIdx="1" clrIdx="2"/>
  <p:cmAuthor id="588" name="未知的使用者215" initials="未" lastIdx="1" clrIdx="0"/>
  <p:cmAuthor id="589" name="未知的使用者216" initials="未" lastIdx="1" clrIdx="0"/>
  <p:cmAuthor id="590" name="未知的使用者217" initials="未" lastIdx="1" clrIdx="1"/>
  <p:cmAuthor id="210492767" name="易培 杜" initials="易杜" lastIdx="1" clrIdx="76"/>
  <p:cmAuthor id="591" name="未知的使用者218" initials="未" lastIdx="1" clrIdx="0"/>
  <p:cmAuthor id="592" name="未知的使用者219" initials="未" lastIdx="2" clrIdx="0"/>
  <p:cmAuthor id="593" name="未知的使用者220" initials="未" lastIdx="7" clrIdx="1"/>
  <p:cmAuthor id="594" name="未知的使用者153" initials="未" lastIdx="1" clrIdx="0"/>
  <p:cmAuthor id="595" name="未知的使用者154" initials="未" lastIdx="1" clrIdx="0"/>
  <p:cmAuthor id="596" name="未知用户25" initials="未" lastIdx="1" clrIdx="0"/>
  <p:cmAuthor id="597" name="未知的使用者129" initials="未" lastIdx="1" clrIdx="0"/>
  <p:cmAuthor id="598" name="未知的使用者130" initials="未" lastIdx="8" clrIdx="0"/>
  <p:cmAuthor id="599" name="未知的使用者131" initials="未" lastIdx="2" clrIdx="0"/>
  <p:cmAuthor id="600" name="未知的使用者132" initials="未" lastIdx="8" clrIdx="0"/>
  <p:cmAuthor id="601" name="未知的使用者164" initials="未" lastIdx="8" clrIdx="0"/>
  <p:cmAuthor id="602" name="未知的使用者172" initials="未" lastIdx="1" clrIdx="0"/>
  <p:cmAuthor id="603" name="未知的使用者174" initials="未" lastIdx="1" clrIdx="0"/>
  <p:cmAuthor id="604" name="未知的使用者247" initials="未" lastIdx="6" clrIdx="0"/>
  <p:cmAuthor id="605" name="未知的使用者249" initials="未" lastIdx="43" clrIdx="1"/>
  <p:cmAuthor id="606" name="未知的使用者250" initials="未" lastIdx="1" clrIdx="0"/>
  <p:cmAuthor id="607" name="未知的使用者251" initials="未" lastIdx="1" clrIdx="0"/>
  <p:cmAuthor id="608" name="未知的使用者246" initials="未" lastIdx="1" clrIdx="1"/>
  <p:cmAuthor id="609" name="未知的使用者224" initials="未" lastIdx="1" clrIdx="0"/>
  <p:cmAuthor id="610" name="未知的使用者252" initials="未" lastIdx="1" clrIdx="0"/>
  <p:cmAuthor id="611" name="未知的使用者253" initials="未" lastIdx="1" clrIdx="0"/>
  <p:cmAuthor id="612" name="未知的使用者254" initials="未" lastIdx="1" clrIdx="0"/>
  <p:cmAuthor id="613" name="群智集" initials="群" lastIdx="0" clrIdx="0"/>
  <p:cmAuthor id="614" name="未知的使用者255" initials="未" lastIdx="1" clrIdx="0"/>
  <p:cmAuthor id="615" name="未知的使用者226" initials="未" lastIdx="8" clrIdx="0"/>
  <p:cmAuthor id="616" name="未知的使用者227" initials="未" lastIdx="2" clrIdx="0"/>
  <p:cmAuthor id="617" name="未知的使用者270" initials="未" lastIdx="1" clrIdx="0"/>
  <p:cmAuthor id="618" name="未知的使用者228" initials="未" lastIdx="8" clrIdx="0"/>
  <p:cmAuthor id="619" name="未知的使用者229" initials="未" lastIdx="8" clrIdx="0"/>
  <p:cmAuthor id="870434041" name="讀 書" initials="讀" lastIdx="1" clrIdx="663"/>
  <p:cmAuthor id="620" name="未知的使用者230" initials="未" lastIdx="1" clrIdx="0"/>
  <p:cmAuthor id="621" name="王 曦" initials="王" lastIdx="1" clrIdx="13"/>
  <p:cmAuthor id="622" name="Aqf" initials="A" lastIdx="1" clrIdx="36"/>
  <p:cmAuthor id="623" name="未知的使用者231" initials="未" lastIdx="1" clrIdx="0"/>
  <p:cmAuthor id="624" name="13709759491@139.com" initials="1" lastIdx="1" clrIdx="49"/>
  <p:cmAuthor id="625" name="未知的使用者256" initials="未" lastIdx="1" clrIdx="0"/>
  <p:cmAuthor id="626" name="未知的使用者233" initials="未" lastIdx="1" clrIdx="0"/>
  <p:cmAuthor id="627" name="高飞" initials="高" lastIdx="0" clrIdx="0"/>
  <p:cmAuthor id="628" name="未知的使用者234" initials="未" lastIdx="10" clrIdx="0"/>
  <p:cmAuthor id="629" name="xzb1" initials="x" lastIdx="1" clrIdx="1"/>
  <p:cmAuthor id="630" name="未知的使用者235" initials="未" lastIdx="1" clrIdx="0"/>
  <p:cmAuthor id="631" name="未知的使用者236" initials="未" lastIdx="1" clrIdx="0"/>
  <p:cmAuthor id="632" name="未知的使用者257" initials="未" lastIdx="1" clrIdx="0"/>
  <p:cmAuthor id="633" name="未知的使用者237" initials="未" lastIdx="1" clrIdx="0"/>
  <p:cmAuthor id="634" name="未知的使用者238" initials="未" lastIdx="2" clrIdx="0"/>
  <p:cmAuthor id="635" name="未知的使用者239" initials="未" lastIdx="1" clrIdx="1"/>
  <p:cmAuthor id="636" name="未知的使用者240" initials="未" lastIdx="1" clrIdx="0"/>
  <p:cmAuthor id="637" name="未知的使用者241" initials="未" lastIdx="1" clrIdx="0"/>
  <p:cmAuthor id="638" name="未知的使用者242" initials="未" lastIdx="2" clrIdx="0"/>
  <p:cmAuthor id="639" name="未知的使用者243" initials="未" lastIdx="1" clrIdx="0"/>
  <p:cmAuthor id="640" name="未知的使用者258" initials="未" lastIdx="8" clrIdx="0"/>
  <p:cmAuthor id="641" name="未知的使用者259" initials="未" lastIdx="1" clrIdx="0"/>
  <p:cmAuthor id="642" name="未知的使用者260" initials="未" lastIdx="1" clrIdx="0"/>
  <p:cmAuthor id="643" name="未知的使用者261" initials="未" lastIdx="11" clrIdx="0"/>
  <p:cmAuthor id="644" name="未知的使用者262" initials="未" lastIdx="7" clrIdx="1"/>
  <p:cmAuthor id="645" name="未知的使用者263" initials="未" lastIdx="1" clrIdx="2"/>
  <p:cmAuthor id="646" name="未知的使用者264" initials="未" lastIdx="1" clrIdx="0"/>
  <p:cmAuthor id="647" name="未知的使用者265" initials="未" lastIdx="1" clrIdx="0"/>
  <p:cmAuthor id="708433798" name="jialuo" initials="j" lastIdx="0" clrIdx="0"/>
  <p:cmAuthor id="648" name="未知的使用者266" initials="未" lastIdx="1" clrIdx="1"/>
  <p:cmAuthor id="649" name="未知的使用者267" initials="未" lastIdx="1" clrIdx="0"/>
  <p:cmAuthor id="650" name="未知的使用者268" initials="未" lastIdx="2" clrIdx="0"/>
  <p:cmAuthor id="651" name="未知的使用者269" initials="未" lastIdx="7" clrIdx="1"/>
  <p:cmAuthor id="652" name="lillian" initials="l" lastIdx="1" clrIdx="0"/>
  <p:cmAuthor id="653" name="未知用户197" initials="未" lastIdx="1" clrIdx="0"/>
  <p:cmAuthor id="654" name="孙音" initials="孙" lastIdx="1" clrIdx="653"/>
  <p:cmAuthor id="659" name="未知用户303" initials="未" lastIdx="5" clrIdx="1"/>
  <p:cmAuthor id="666" name="蓝礼健" initials="蓝" lastIdx="1" clrIdx="0"/>
  <p:cmAuthor id="669" name="shenbina" initials="s" lastIdx="1" clrIdx="0"/>
  <p:cmAuthor id="672" name="未知用户230" initials="未" lastIdx="3" clrIdx="1"/>
  <p:cmAuthor id="675" name="sushanshan1" initials="s" lastIdx="1" clrIdx="674"/>
  <p:cmAuthor id="677" name="未知用户354" initials="未" lastIdx="1" clrIdx="0"/>
  <p:cmAuthor id="678" name="未知的使用者221" initials="未" lastIdx="1" clrIdx="0"/>
  <p:cmAuthor id="394525611" name="mouse zz" initials="mz" lastIdx="1" clrIdx="54"/>
  <p:cmAuthor id="679" name="wzy" initials="w" lastIdx="1" clrIdx="678"/>
  <p:cmAuthor id="394525612" name="zheng kedan" initials="zk" lastIdx="1" clrIdx="41"/>
  <p:cmAuthor id="680" name="黄鹏" initials="黄" lastIdx="1" clrIdx="679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常光辉" initials="常" lastIdx="1" clrIdx="687"/>
  <p:cmAuthor id="689" name="cy" initials="c" lastIdx="1" clrIdx="76"/>
  <p:cmAuthor id="691" name="璇 安" initials="璇" lastIdx="9" clrIdx="85"/>
  <p:cmAuthor id="692" name="未知用户214" initials="未" lastIdx="2" clrIdx="0"/>
  <p:cmAuthor id="47245820" name="郏 鹏" initials="郏" lastIdx="1" clrIdx="16"/>
  <p:cmAuthor id="693" name="lxm" initials="l" lastIdx="1" clrIdx="413"/>
  <p:cmAuthor id="47245821" name="宋玉坤" initials="W用" lastIdx="1" clrIdx="24"/>
  <p:cmAuthor id="694" name="未知用户231" initials="未" lastIdx="1" clrIdx="0"/>
  <p:cmAuthor id="47245822" name="ma jialin" initials="mj" lastIdx="1" clrIdx="41"/>
  <p:cmAuthor id="47245823" name="刘海娜|liuhaina" initials="W用" lastIdx="1" clrIdx="36"/>
  <p:cmAuthor id="696" name="yesg" initials="y" lastIdx="1" clrIdx="0"/>
  <p:cmAuthor id="47245824" name="goforever814" initials="g" lastIdx="1" clrIdx="34"/>
  <p:cmAuthor id="699" name="未知用户277" initials="未" lastIdx="1" clrIdx="1"/>
  <p:cmAuthor id="700" name="soling" initials="s" lastIdx="1" clrIdx="2"/>
  <p:cmAuthor id="701" name="李 骁" initials="李" lastIdx="1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1473508789" name="杨哈哈" initials="杨" lastIdx="2" clrIdx="809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1020" name="杨登杰" initials="杨" lastIdx="1" clrIdx="1019"/>
  <p:cmAuthor id="1031" name="张其濛" initials="张" lastIdx="1" clrIdx="1030"/>
  <p:cmAuthor id="281886036" name="杨君" initials="杨" lastIdx="1" clrIdx="661"/>
  <p:cmAuthor id="549705751" name="Lee" initials="L" lastIdx="1" clrIdx="824"/>
  <p:cmAuthor id="336028587" name="jadeite" initials="j" lastIdx="3" clrIdx="660"/>
  <p:cmAuthor id="1473508790" name="磊 陈" initials="磊陈" lastIdx="1" clrIdx="977340791"/>
  <p:cmAuthor id="1483810881" name="WPS_1679281038" initials="W" lastIdx="1" clrIdx="2"/>
  <p:cmAuthor id="1473508791" name="Renoir" initials="R" lastIdx="2" clrIdx="1473508790"/>
  <p:cmAuthor id="288705279" name="国家一级注册小仙女®" initials="国" lastIdx="1" clrIdx="361"/>
  <p:cmAuthor id="523948564" name="节潇" initials="节" lastIdx="1" clrIdx="685"/>
  <p:cmAuthor id="655490266" name="FIREWORKS" initials="F" lastIdx="1" clrIdx="283"/>
  <p:cmAuthor id="352329618" name="billow.jen" initials="b" lastIdx="1" clrIdx="837"/>
  <p:cmAuthor id="1243155727" name="XiaoMing" initials="X" lastIdx="1" clrIdx="660"/>
  <p:cmAuthor id="227559214" name="文斌" initials="文" lastIdx="6" clrIdx="350"/>
  <p:cmAuthor id="1677977326" name="黄金超" initials="黄" lastIdx="1" clrIdx="798"/>
  <p:cmAuthor id="523898702" name="谢海明" initials="谢" lastIdx="1" clrIdx="672"/>
  <p:cmAuthor id="413571581" name="城" initials="城" lastIdx="1" clrIdx="824"/>
  <p:cmAuthor id="955304604" name="奇" initials="奇" lastIdx="2" clrIdx="13"/>
  <p:cmAuthor id="776829870" name="WPS_1580452479" initials="W" lastIdx="2" clrIdx="122"/>
  <p:cmAuthor id="900159495" name="momo" initials="m" lastIdx="1" clrIdx="823"/>
  <p:cmAuthor id="393192732" name="晴朗天空" initials="晴" lastIdx="6" clrIdx="822"/>
  <p:cmAuthor id="287643694" name="nature_emInFJF7" initials="authorId_313163542" lastIdx="0" clrIdx="0"/>
  <p:cmAuthor id="287643695" name="杨思思_VNjyvY7j" initials="authorId_430925712" lastIdx="0" clrIdx="0"/>
  <p:cmAuthor id="407726744" name="小邪" initials="小" lastIdx="1" clrIdx="860"/>
  <p:cmAuthor id="286894748" name="李渝" initials="李" lastIdx="1" clrIdx="358"/>
  <p:cmAuthor id="426372413" name="王红智" initials="王" lastIdx="2" clrIdx="657"/>
  <p:cmAuthor id="394525609" name="Jimmy-Power" initials="J" lastIdx="1" clrIdx="43"/>
  <p:cmAuthor id="394525610" name="罗 罗" initials="罗" lastIdx="1" clrIdx="37"/>
  <p:cmAuthor id="587750445" name="Julia Jia" initials="J" lastIdx="1" clrIdx="823"/>
  <p:cmAuthor id="197537691" name="刘" initials="刘" lastIdx="3" clrIdx="12"/>
  <p:cmAuthor id="214527478" name="♡汤圆♪" initials="♡" lastIdx="1" clrIdx="680"/>
  <p:cmAuthor id="1434958330" name="WPS_1668222346" initials="W" lastIdx="1" clrIdx="837"/>
  <p:cmAuthor id="1036066707" name="陈双华" initials="陈" lastIdx="1" clrIdx="852"/>
  <p:cmAuthor id="792137479" name="yan冰" initials="y" lastIdx="1" clrIdx="677"/>
  <p:cmAuthor id="1411829" name="张静_Anua7Nne" initials="authorId_935319063" lastIdx="0" clrIdx="0"/>
  <p:cmAuthor id="426796441" name="段甜甜" initials="段" lastIdx="1" clrIdx="874"/>
  <p:cmAuthor id="191251537" name="178405028@qq.com" initials="1" lastIdx="1" clrIdx="37"/>
  <p:cmAuthor id="191251538" name="王元" initials="R" lastIdx="1" clrIdx="39"/>
  <p:cmAuthor id="708433799" name="尹泽明" initials="尹" lastIdx="7" clrIdx="708433798"/>
  <p:cmAuthor id="708433800" name="朱宁" initials="朱" lastIdx="1" clrIdx="708433799"/>
  <p:cmAuthor id="708433801" name="Liangdp" initials="L" lastIdx="1" clrIdx="708433800"/>
  <p:cmAuthor id="708433802" name="刘智鹏" initials="刘" lastIdx="1" clrIdx="708433801"/>
  <p:cmAuthor id="244755184" name="安" initials="安" lastIdx="1" clrIdx="681"/>
  <p:cmAuthor id="475196946" name="王 成岩" initials="王" lastIdx="1" clrIdx="23"/>
  <p:cmAuthor id="475196947" name="陶夏溦" initials="陶夏溦" lastIdx="1" clrIdx="46"/>
  <p:cmAuthor id="977340791" name="成思远" initials="成" lastIdx="1" clrIdx="977340790"/>
  <p:cmAuthor id="1269095792" name="LeonLin" initials="L" lastIdx="1" clrIdx="858"/>
  <p:cmAuthor id="272456739" name="time killer" initials="t" lastIdx="1" clrIdx="688"/>
  <p:cmAuthor id="1559143966" name="WPS_1700532929" initials="W" lastIdx="1" clrIdx="373"/>
  <p:cmAuthor id="1123687567" name="mystic" initials="m" lastIdx="1" clrIdx="11"/>
  <p:cmAuthor id="317137867" name="大耳朵" initials="大" lastIdx="1" clrIdx="813"/>
  <p:cmAuthor id="1459057800" name="丰先生" initials="丰" lastIdx="1" clrIdx="674"/>
  <p:cmAuthor id="448587879" name="QMY" initials="Q" lastIdx="5" clrIdx="39"/>
  <p:cmAuthor id="1013961691" name="施俊" initials="施" lastIdx="3" clrIdx="41"/>
  <p:cmAuthor id="665" name="未知的使用者76" initials="未" lastIdx="1" clrIdx="0"/>
  <p:cmAuthor id="1121787201" name="新泉" initials="新" lastIdx="2" clrIdx="677"/>
  <p:cmAuthor id="671" name="周剑明" initials="周" lastIdx="1" clrIdx="16"/>
  <p:cmAuthor id="676" name="李雄邦" initials="李" lastIdx="1" clrIdx="377"/>
  <p:cmAuthor id="690" name="wuyh501" initials="w" lastIdx="36" clrIdx="689"/>
  <p:cmAuthor id="695" name="lit53" initials="l" lastIdx="1" clrIdx="694"/>
  <p:cmAuthor id="697" name="张心怡" initials="张" lastIdx="4" clrIdx="696"/>
  <p:cmAuthor id="1567937017" name="三无产品手工作坊" initials="三" lastIdx="5" clrIdx="49"/>
  <p:cmAuthor id="698" name="陳珮琪" initials="陳珮琪" lastIdx="1" clrIdx="188"/>
  <p:cmAuthor id="244425171" name="Mars.T" initials="M" lastIdx="1" clrIdx="334"/>
  <p:cmAuthor id="702" name="Tome" initials="T" lastIdx="1" clrIdx="85"/>
  <p:cmAuthor id="710" name="Stacy Chiang" initials="S" lastIdx="2" clrIdx="0"/>
  <p:cmAuthor id="715" name="cf" initials="c" lastIdx="2" clrIdx="690"/>
  <p:cmAuthor id="722" name="未知用户276" initials="未" lastIdx="8" clrIdx="0"/>
  <p:cmAuthor id="1124605820" name="李红" initials="李" lastIdx="1" clrIdx="692"/>
  <p:cmAuthor id="1124605821" name="碳酸 碳酸" initials="碳碳" lastIdx="1" clrIdx="824"/>
  <p:cmAuthor id="1124605822" name="lb d" initials="ld" lastIdx="3" clrIdx="708433799"/>
  <p:cmAuthor id="762110854" name="Steve" initials="S" lastIdx="1" clrIdx="372"/>
  <p:cmAuthor id="229484658" name="Ronnie" initials="R" lastIdx="1" clrIdx="20"/>
  <p:cmAuthor id="879704533" name="张百峰" initials="张" lastIdx="1" clrIdx="884"/>
  <p:cmAuthor id="691587971" name="王林10186938" initials="王林10186938" lastIdx="1" clrIdx="41"/>
  <p:cmAuthor id="691587972" name="得一 得一" initials="得一" lastIdx="1" clrIdx="46"/>
  <p:cmAuthor id="826" name="86156" initials="8" lastIdx="1" clrIdx="825"/>
  <p:cmAuthor id="828" name="m1860" initials="m" lastIdx="7" clrIdx="827"/>
  <p:cmAuthor id="829" name="青春" initials="青" lastIdx="1" clrIdx="828"/>
  <p:cmAuthor id="830" name="郭胜飞" initials="郭" lastIdx="4" clrIdx="829"/>
  <p:cmAuthor id="691587980" name="尚磊" initials="尚" lastIdx="1" clrIdx="691587979"/>
  <p:cmAuthor id="833" name="曾楚轩" initials="曾" lastIdx="2" clrIdx="832"/>
  <p:cmAuthor id="691587981" name="刘津" initials="刘" lastIdx="1" clrIdx="691587980"/>
  <p:cmAuthor id="834" name="进 揭" initials="进" lastIdx="1" clrIdx="87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7" name="apple" initials="a" lastIdx="1" clrIdx="836"/>
  <p:cmAuthor id="49837071" name="YY" initials="Y" lastIdx="1" clrIdx="176"/>
  <p:cmAuthor id="839" name="未知用户488" initials="未" lastIdx="10" clrIdx="0"/>
  <p:cmAuthor id="840" name="nyks" initials="n" lastIdx="4" clrIdx="839"/>
  <p:cmAuthor id="841" name="未知用户477" initials="未" lastIdx="2" clrIdx="0"/>
  <p:cmAuthor id="991434853" name="冯芳" initials="冯" lastIdx="1" clrIdx="991434852"/>
  <p:cmAuthor id="991434854" name="任龙飞" initials="任" lastIdx="6" clrIdx="991434853"/>
  <p:cmAuthor id="843" name="10015046" initials="1" lastIdx="1" clrIdx="842"/>
  <p:cmAuthor id="844" name="38897" initials="3" lastIdx="1" clrIdx="843"/>
  <p:cmAuthor id="845" name="未知用户481" initials="未" lastIdx="10" clrIdx="0"/>
  <p:cmAuthor id="846" name="白钰" initials="白" lastIdx="1" clrIdx="845"/>
  <p:cmAuthor id="848" name="张竞" initials="张" lastIdx="1" clrIdx="847"/>
  <p:cmAuthor id="849" name="未知用户224" initials="未" lastIdx="5" clrIdx="0"/>
  <p:cmAuthor id="850" name="未知用户486" initials="未" lastIdx="0" clrIdx="0"/>
  <p:cmAuthor id="851" name="魏天伟" initials="魏" lastIdx="1" clrIdx="850"/>
  <p:cmAuthor id="852" name="张宇" initials="张" lastIdx="2" clrIdx="851"/>
  <p:cmAuthor id="853" name="duzl0" initials="d" lastIdx="1" clrIdx="852"/>
  <p:cmAuthor id="854" name="guojingwen1" initials="g" lastIdx="1" clrIdx="853"/>
  <p:cmAuthor id="856" name="未知用户259" initials="未" lastIdx="1" clrIdx="0"/>
  <p:cmAuthor id="858" name="shenyw18" initials="s" lastIdx="1" clrIdx="857"/>
  <p:cmAuthor id="859" name="huangyx39" initials="h" lastIdx="1" clrIdx="858"/>
  <p:cmAuthor id="860" name="牛紫薇" initials="牛" lastIdx="1" clrIdx="859"/>
  <p:cmAuthor id="861" name="seki" initials="s" lastIdx="1" clrIdx="0"/>
  <p:cmAuthor id="862" name="llm" initials="1" lastIdx="1" clrIdx="861"/>
  <p:cmAuthor id="863" name="陈礼波" initials="陈" lastIdx="2" clrIdx="862"/>
  <p:cmAuthor id="864" name="未知用户270" initials="未" lastIdx="1" clrIdx="0"/>
  <p:cmAuthor id="866" name="刘泽思" initials="刘" lastIdx="1" clrIdx="865"/>
  <p:cmAuthor id="868" name="俊呈 賴" initials="俊" lastIdx="1" clrIdx="87"/>
  <p:cmAuthor id="869" name="汤善朋" initials="汤" lastIdx="1" clrIdx="868"/>
  <p:cmAuthor id="870" name="未知用户10" initials="未" lastIdx="1" clrIdx="20"/>
  <p:cmAuthor id="871" name="Nero" initials="N" lastIdx="2" clrIdx="0"/>
  <p:cmAuthor id="872" name="yifan song" initials="y" lastIdx="1" clrIdx="85"/>
  <p:cmAuthor id="873" name="吴萌" initials="吴" lastIdx="4" clrIdx="872"/>
  <p:cmAuthor id="724625022" name="晶" initials="晶" lastIdx="1" clrIdx="664"/>
  <p:cmAuthor id="876" name="莊安君" initials="莊" lastIdx="1" clrIdx="65"/>
  <p:cmAuthor id="724625023" name="zr zhang" initials="zz" lastIdx="1" clrIdx="665"/>
  <p:cmAuthor id="877" name="王燕" initials="王" lastIdx="1" clrIdx="876"/>
  <p:cmAuthor id="879" name="陳建璋" initials="陳" lastIdx="2" clrIdx="85"/>
  <p:cmAuthor id="880" name="建璋" initials="建" lastIdx="1" clrIdx="86"/>
  <p:cmAuthor id="881" name="王皓天" initials="A" lastIdx="1" clrIdx="880"/>
  <p:cmAuthor id="826773664" name="marmot" initials="m" lastIdx="1" clrIdx="667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张因然10112423" initials="1" lastIdx="1" clrIdx="885"/>
  <p:cmAuthor id="887" name="未知用户241" initials="未" lastIdx="0" clrIdx="1"/>
  <p:cmAuthor id="888" name="未知用户242" initials="未" lastIdx="3" clrIdx="0"/>
  <p:cmAuthor id="889" name="tsc" initials="l" lastIdx="1" clrIdx="888"/>
  <p:cmAuthor id="890" name="未知用户227" initials="未" lastIdx="1" clrIdx="0"/>
  <p:cmAuthor id="891" name="未知用户298" initials="未" lastIdx="1" clrIdx="0"/>
  <p:cmAuthor id="892" name="未知用户299" initials="未" lastIdx="1" clrIdx="0"/>
  <p:cmAuthor id="234495212" name="DDDDD" initials="D" lastIdx="1" clrIdx="806"/>
  <p:cmAuthor id="567896727" name="暴躁火柴人" initials="暴" lastIdx="3" clrIdx="640"/>
  <p:cmAuthor id="894" name="未知用户302" initials="未" lastIdx="1" clrIdx="0"/>
  <p:cmAuthor id="897" name="10023731" initials="1" lastIdx="1" clrIdx="896"/>
  <p:cmAuthor id="898" name="許詩婕" initials="許" lastIdx="1" clrIdx="1"/>
  <p:cmAuthor id="900" name="minil" initials="m" lastIdx="4" clrIdx="589"/>
  <p:cmAuthor id="901" name="15106" initials="1" lastIdx="4" clrIdx="0"/>
  <p:cmAuthor id="903" name="陈光" initials="陈" lastIdx="1" clrIdx="902"/>
  <p:cmAuthor id="904" name="Zhu, Hawk" initials="Z" lastIdx="1" clrIdx="0"/>
  <p:cmAuthor id="905" name="tanjp" initials="t" lastIdx="0" clrIdx="491"/>
  <p:cmAuthor id="906" name="YS" initials="Y" lastIdx="1" clrIdx="86"/>
  <p:cmAuthor id="908" name="10285279" initials="1" lastIdx="1" clrIdx="907"/>
  <p:cmAuthor id="47245825" name="艾启明" initials="A" lastIdx="3" clrIdx="39"/>
  <p:cmAuthor id="910" name="Jdi" initials="J" lastIdx="0" clrIdx="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5" name="linjs26" initials="l" lastIdx="2" clrIdx="924"/>
  <p:cmAuthor id="926" name="Rex" initials="R" lastIdx="0" clrIdx="0"/>
  <p:cmAuthor id="927" name="余佳" initials="余" lastIdx="2" clrIdx="926"/>
  <p:cmAuthor id="932" name="Hw111" initials="H" lastIdx="1" clrIdx="931"/>
  <p:cmAuthor id="934" name="段立兵" initials="段" lastIdx="1" clrIdx="933"/>
  <p:cmAuthor id="935" name="Jane" initials="u" lastIdx="1" clrIdx="934"/>
  <p:cmAuthor id="241183969" name="八步" initials="八" lastIdx="1" clrIdx="21"/>
  <p:cmAuthor id="937" name="张小梅" initials="张" lastIdx="1" clrIdx="936"/>
  <p:cmAuthor id="940" name="10329322" initials="1" lastIdx="1" clrIdx="939"/>
  <p:cmAuthor id="1669746569" name="WPS_1735520906" initials="W" lastIdx="1" clrIdx="935"/>
  <p:cmAuthor id="942" name="李佳杭" initials="李" lastIdx="1" clrIdx="941"/>
  <p:cmAuthor id="1669746570" name="Lily" initials="L" lastIdx="1" clrIdx="1669746569"/>
  <p:cmAuthor id="943" name="薛明" initials="一" lastIdx="2" clrIdx="942"/>
  <p:cmAuthor id="946" name="赵宁" initials="zn" lastIdx="1" clrIdx="945"/>
  <p:cmAuthor id="948" name="邱倩琳" initials="邱" lastIdx="1" clrIdx="947"/>
  <p:cmAuthor id="952" name="liuc211" initials="l" lastIdx="1" clrIdx="951"/>
  <p:cmAuthor id="955" name="陈豪" initials="陈" lastIdx="1" clrIdx="954"/>
  <p:cmAuthor id="1574032945" name="企业用户_1424318118" initials="企" lastIdx="1" clrIdx="642"/>
  <p:cmAuthor id="617885885" name="类" initials="类" lastIdx="1" clrIdx="671"/>
  <p:cmAuthor id="974" name="QQH" initials="QQH" lastIdx="1" clrIdx="973"/>
  <p:cmAuthor id="2000" name="周文_R7fau6bq" initials="authorId_265585642" lastIdx="1630185183" clrIdx="0"/>
  <p:cmAuthor id="2002" name="唐 策" initials="唐" lastIdx="1" clrIdx="19"/>
  <p:cmAuthor id="2005" name="王春泽" initials="l" lastIdx="2" clrIdx="37"/>
  <p:cmAuthor id="2006" name="18603367231@wo.cn" initials="1" lastIdx="1" clrIdx="38"/>
  <p:cmAuthor id="432904818" name="Endless" initials="E" lastIdx="1" clrIdx="837"/>
  <p:cmAuthor id="213210457" name="SuYan" initials="S" lastIdx="2" clrIdx="812"/>
  <p:cmAuthor id="197949914" name="草长莺飞" initials="草" lastIdx="4" clrIdx="84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FFFFFF"/>
    <a:srgbClr val="80808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15" autoAdjust="0"/>
    <p:restoredTop sz="95709"/>
  </p:normalViewPr>
  <p:slideViewPr>
    <p:cSldViewPr snapToGrid="0" showGuides="1">
      <p:cViewPr varScale="1">
        <p:scale>
          <a:sx n="165" d="100"/>
          <a:sy n="165" d="100"/>
        </p:scale>
        <p:origin x="464" y="200"/>
      </p:cViewPr>
      <p:guideLst>
        <p:guide orient="horz" pos="2065"/>
        <p:guide pos="409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64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02C4C-5C99-418C-ABE0-4F50C7F5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E850C1-B245-4C9B-97B1-652F7FB5A8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冬奥联通版范例二-标题和内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 userDrawn="1"/>
        </p:nvSpPr>
        <p:spPr>
          <a:xfrm>
            <a:off x="11382105" y="6331131"/>
            <a:ext cx="522515" cy="215444"/>
          </a:xfrm>
          <a:prstGeom prst="rect">
            <a:avLst/>
          </a:prstGeom>
          <a:noFill/>
        </p:spPr>
        <p:txBody>
          <a:bodyPr wrap="square" lIns="91414" tIns="45718" rIns="91414" bIns="45718" rtlCol="0">
            <a:spAutoFit/>
          </a:bodyPr>
          <a:lstStyle/>
          <a:p>
            <a:fld id="{E9BF175D-B71E-44E4-8B77-10D26B713D80}" type="slidenum">
              <a:rPr lang="zh-CN" altLang="en-US" sz="800" b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  <p:sp>
        <p:nvSpPr>
          <p:cNvPr id="11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44999" y="209559"/>
            <a:ext cx="9338144" cy="517735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3200" b="1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05" t="13765" r="30422" b="73514"/>
          <a:stretch>
            <a:fillRect/>
          </a:stretch>
        </p:blipFill>
        <p:spPr>
          <a:xfrm>
            <a:off x="10356680" y="275512"/>
            <a:ext cx="1574528" cy="508544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sp>
        <p:nvSpPr>
          <p:cNvPr id="5" name="标题 4"/>
          <p:cNvSpPr/>
          <p:nvPr userDrawn="1"/>
        </p:nvSpPr>
        <p:spPr>
          <a:xfrm>
            <a:off x="0" y="635"/>
            <a:ext cx="1167130" cy="84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marL="0" indent="0" algn="ctr" defTabSz="0">
              <a:tabLst>
                <a:tab pos="0" algn="l"/>
              </a:tabLst>
            </a:pP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 flipH="1">
            <a:off x="130175" y="50165"/>
            <a:ext cx="0" cy="79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5080" y="48740"/>
            <a:ext cx="99695" cy="79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40440" y="6432550"/>
            <a:ext cx="792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pic>
        <p:nvPicPr>
          <p:cNvPr id="4" name="图片 3" descr="标识中文版与联通品牌标识横版组合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39505" y="144780"/>
            <a:ext cx="3292475" cy="7861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749238-744B-4A6D-BE8A-069B43DB9C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sp>
        <p:nvSpPr>
          <p:cNvPr id="5" name="标题 4"/>
          <p:cNvSpPr/>
          <p:nvPr userDrawn="1"/>
        </p:nvSpPr>
        <p:spPr>
          <a:xfrm>
            <a:off x="0" y="635"/>
            <a:ext cx="1167130" cy="84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marL="0" indent="0" algn="ctr" defTabSz="0">
              <a:tabLst>
                <a:tab pos="0" algn="l"/>
              </a:tabLst>
            </a:pP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 flipH="1">
            <a:off x="130175" y="50165"/>
            <a:ext cx="0" cy="79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5080" y="48740"/>
            <a:ext cx="99695" cy="79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40440" y="6432550"/>
            <a:ext cx="792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pic>
        <p:nvPicPr>
          <p:cNvPr id="3" name="图片 2" descr="标识中文版与联通品牌标识横版组合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39505" y="144780"/>
            <a:ext cx="3292475" cy="78613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749238-744B-4A6D-BE8A-069B43DB9C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6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346075" y="188913"/>
            <a:ext cx="1156811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 bwMode="auto">
          <a:xfrm>
            <a:off x="623888" y="981075"/>
            <a:ext cx="109442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0628630" y="6551930"/>
            <a:ext cx="1382395" cy="306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ransition>
    <p:fade/>
  </p:transition>
  <p:hf hdr="0" ftr="0" dt="0"/>
  <p:txStyles>
    <p:titleStyle>
      <a:lvl1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9pPr>
    </p:titleStyle>
    <p:bodyStyle>
      <a:lvl1pPr marL="18097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j-ea"/>
          <a:ea typeface="+mj-ea"/>
          <a:cs typeface="+mn-cs"/>
        </a:defRPr>
      </a:lvl1pPr>
      <a:lvl2pPr marL="54165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2pPr>
      <a:lvl3pPr marL="895350" indent="-17462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j-ea"/>
          <a:ea typeface="+mj-ea"/>
        </a:defRPr>
      </a:lvl3pPr>
      <a:lvl4pPr marL="1256030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j-ea"/>
          <a:ea typeface="+mj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0764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25336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29908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34480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346075" y="188913"/>
            <a:ext cx="1156811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 bwMode="auto">
          <a:xfrm>
            <a:off x="623888" y="981075"/>
            <a:ext cx="109442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0628630" y="6551930"/>
            <a:ext cx="1382395" cy="306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transition>
    <p:fade/>
  </p:transition>
  <p:hf hdr="0" ftr="0" dt="0"/>
  <p:txStyles>
    <p:titleStyle>
      <a:lvl1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9pPr>
    </p:titleStyle>
    <p:bodyStyle>
      <a:lvl1pPr marL="18097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j-ea"/>
          <a:ea typeface="+mj-ea"/>
          <a:cs typeface="+mn-cs"/>
        </a:defRPr>
      </a:lvl1pPr>
      <a:lvl2pPr marL="54165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2pPr>
      <a:lvl3pPr marL="895350" indent="-17462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j-ea"/>
          <a:ea typeface="+mj-ea"/>
        </a:defRPr>
      </a:lvl3pPr>
      <a:lvl4pPr marL="1256030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j-ea"/>
          <a:ea typeface="+mj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0764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25336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29908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34480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510291" y="2820980"/>
            <a:ext cx="0" cy="2995235"/>
          </a:xfrm>
          <a:prstGeom prst="line">
            <a:avLst/>
          </a:prstGeom>
          <a:noFill/>
          <a:ln w="57150" cmpd="thinThick">
            <a:solidFill>
              <a:srgbClr val="EE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892714" y="5351472"/>
            <a:ext cx="2104813" cy="46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ctr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2026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年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5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</a:rPr>
              <a:t>月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1892714" y="4754774"/>
            <a:ext cx="4112684" cy="46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10000"/>
              </a:lnSpc>
              <a:spcBef>
                <a:spcPct val="50000"/>
              </a:spcBef>
              <a:buFont typeface="MSDW" pitchFamily="34" charset="2"/>
              <a:buNone/>
            </a:pPr>
            <a:r>
              <a:rPr kumimoji="1" lang="zh-CN" altLang="en-US" sz="2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联通数据智能有限公司</a:t>
            </a:r>
            <a:endParaRPr kumimoji="1" lang="zh-CN" altLang="en-US" sz="2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0030" y="2389505"/>
            <a:ext cx="100755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Arial Black" panose="020B0A04020102020204" charset="0"/>
                <a:sym typeface="+mn-ea"/>
              </a:rPr>
              <a:t>XXXX</a:t>
            </a:r>
            <a:endParaRPr 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Arial Black" panose="020B0A04020102020204" charset="0"/>
              <a:sym typeface="+mn-ea"/>
            </a:endParaRPr>
          </a:p>
        </p:txBody>
      </p:sp>
      <p:pic>
        <p:nvPicPr>
          <p:cNvPr id="4" name="图片 3" descr="标识中文版与联通品牌标识横版组合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8405" y="452120"/>
            <a:ext cx="4368800" cy="104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33292" y="1669505"/>
            <a:ext cx="114300" cy="392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914" tIns="45460" rIns="90914" bIns="45460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9pPr>
          </a:lstStyle>
          <a:p>
            <a:pPr algn="ctr" defTabSz="908685" eaLnBrk="1" fontAlgn="auto" hangingPunct="1">
              <a:lnSpc>
                <a:spcPct val="150000"/>
              </a:lnSpc>
              <a:defRPr/>
            </a:pPr>
            <a:endParaRPr lang="en-US" sz="2400" dirty="0">
              <a:solidFill>
                <a:srgbClr val="FFFFFF"/>
              </a:solidFill>
              <a:sym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20925" y="1132267"/>
            <a:ext cx="3240364" cy="1938992"/>
            <a:chOff x="2711530" y="2724426"/>
            <a:chExt cx="3240362" cy="1938993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3899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lnSpc>
                  <a:spcPct val="150000"/>
                </a:lnSpc>
                <a:defRPr/>
              </a:pPr>
              <a:r>
                <a:rPr lang="zh-CN" altLang="en-US" sz="8000" b="1" dirty="0">
                  <a:solidFill>
                    <a:srgbClr val="303030"/>
                  </a:solidFill>
                  <a:latin typeface="Impact" panose="020B0806030902050204"/>
                  <a:sym typeface="宋体" panose="02010600030101010101" pitchFamily="2" charset="-122"/>
                </a:rPr>
                <a:t>目</a:t>
              </a:r>
              <a:r>
                <a:rPr lang="zh-CN" altLang="en-US" sz="3600" b="1" dirty="0">
                  <a:solidFill>
                    <a:srgbClr val="303030"/>
                  </a:solidFill>
                  <a:latin typeface="Impact" panose="020B0806030902050204"/>
                  <a:sym typeface="宋体" panose="02010600030101010101" pitchFamily="2" charset="-122"/>
                </a:rPr>
                <a:t>录</a:t>
              </a:r>
              <a:endParaRPr lang="en-US" sz="3600" b="1" dirty="0">
                <a:solidFill>
                  <a:srgbClr val="303030"/>
                </a:solidFill>
                <a:latin typeface="Impact" panose="020B0806030902050204"/>
                <a:sym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390696" y="3317059"/>
              <a:ext cx="15611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defRPr/>
              </a:pPr>
              <a:r>
                <a:rPr lang="en-US" sz="2000" dirty="0">
                  <a:solidFill>
                    <a:srgbClr val="303030"/>
                  </a:solidFill>
                  <a:sym typeface="宋体" panose="02010600030101010101" pitchFamily="2" charset="-122"/>
                </a:rPr>
                <a:t>CONTENTS</a:t>
              </a:r>
              <a:endParaRPr lang="en-US" sz="2000" dirty="0">
                <a:solidFill>
                  <a:srgbClr val="303030"/>
                </a:solidFill>
                <a:sym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124324" y="1902372"/>
            <a:ext cx="5973445" cy="720090"/>
            <a:chOff x="6495" y="3154"/>
            <a:chExt cx="9407" cy="1134"/>
          </a:xfrm>
          <a:solidFill>
            <a:srgbClr val="C00000"/>
          </a:solidFill>
        </p:grpSpPr>
        <p:sp>
          <p:nvSpPr>
            <p:cNvPr id="17" name="Freeform 57"/>
            <p:cNvSpPr/>
            <p:nvPr/>
          </p:nvSpPr>
          <p:spPr bwMode="auto">
            <a:xfrm>
              <a:off x="6495" y="3154"/>
              <a:ext cx="1417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90914" tIns="45460" rIns="90914" bIns="45460" anchor="ctr">
              <a:noAutofit/>
            </a:bodyPr>
            <a:lstStyle/>
            <a:p>
              <a:pPr algn="ctr" defTabSz="908685"/>
              <a:r>
                <a:rPr lang="zh-CN" altLang="en-US" sz="2400" b="1" dirty="0">
                  <a:solidFill>
                    <a:schemeClr val="bg1"/>
                  </a:solidFill>
                  <a:ea typeface="微软雅黑" panose="020B0503020204020204" charset="-122"/>
                  <a:sym typeface="+mn-ea"/>
                </a:rPr>
                <a:t>一</a:t>
              </a:r>
              <a:endParaRPr lang="zh-CN" altLang="en-US" sz="2400" b="1" dirty="0">
                <a:solidFill>
                  <a:schemeClr val="bg1"/>
                </a:solidFill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" name="Freeform 56"/>
            <p:cNvSpPr/>
            <p:nvPr/>
          </p:nvSpPr>
          <p:spPr bwMode="auto">
            <a:xfrm>
              <a:off x="8820" y="3154"/>
              <a:ext cx="7082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90914" tIns="45460" rIns="90914" bIns="45460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en-US" sz="2400" b="1" dirty="0">
                  <a:solidFill>
                    <a:schemeClr val="bg1"/>
                  </a:solidFill>
                  <a:ea typeface="微软雅黑" panose="020B0503020204020204" charset="-122"/>
                  <a:sym typeface="+mn-ea"/>
                </a:rPr>
                <a:t>XXXXX</a:t>
              </a:r>
              <a:endParaRPr lang="en-US" sz="2400" b="1" dirty="0">
                <a:solidFill>
                  <a:schemeClr val="bg1"/>
                </a:solidFill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124324" y="3906607"/>
            <a:ext cx="5973445" cy="719455"/>
            <a:chOff x="6495" y="5160"/>
            <a:chExt cx="9407" cy="1133"/>
          </a:xfrm>
        </p:grpSpPr>
        <p:sp>
          <p:nvSpPr>
            <p:cNvPr id="4" name="Freeform 57"/>
            <p:cNvSpPr/>
            <p:nvPr/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lIns="90914" tIns="45460" rIns="90914" bIns="45460" anchor="ctr">
              <a:noAutofit/>
            </a:bodyPr>
            <a:lstStyle/>
            <a:p>
              <a:pPr algn="ctr" defTabSz="908685"/>
              <a:r>
                <a:rPr lang="zh-CN" altLang="en-US" sz="2400" b="1" dirty="0">
                  <a:solidFill>
                    <a:schemeClr val="bg1"/>
                  </a:solidFill>
                  <a:ea typeface="微软雅黑" panose="020B0503020204020204" charset="-122"/>
                  <a:sym typeface="+mn-ea"/>
                </a:rPr>
                <a:t>二</a:t>
              </a:r>
              <a:endParaRPr lang="zh-CN" altLang="en-US" sz="2400" b="1" dirty="0">
                <a:solidFill>
                  <a:schemeClr val="bg1"/>
                </a:solidFill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" name="Freeform 56"/>
            <p:cNvSpPr/>
            <p:nvPr/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lIns="90914" tIns="45460" rIns="90914" bIns="45460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en-US" altLang="zh-CN" sz="2400" b="1" dirty="0">
                  <a:solidFill>
                    <a:schemeClr val="bg1"/>
                  </a:solidFill>
                  <a:ea typeface="微软雅黑" panose="020B0503020204020204" charset="-122"/>
                  <a:sym typeface="+mn-ea"/>
                </a:rPr>
                <a:t>XXXXX</a:t>
              </a:r>
              <a:endParaRPr lang="en-US" altLang="zh-CN" sz="2400" b="1" dirty="0">
                <a:solidFill>
                  <a:schemeClr val="bg1"/>
                </a:solidFill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292975" y="2730500"/>
            <a:ext cx="27419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1.1  </a:t>
            </a:r>
            <a:r>
              <a:rPr lang="en-US" sz="1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XXXX</a:t>
            </a:r>
            <a:endParaRPr lang="zh-CN" altLang="en-US" sz="16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1.2  </a:t>
            </a:r>
            <a:r>
              <a:rPr lang="en-US" sz="1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XXXX</a:t>
            </a:r>
            <a:endParaRPr lang="en-US" sz="16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127499" y="4817832"/>
            <a:ext cx="5973445" cy="719455"/>
            <a:chOff x="6495" y="5160"/>
            <a:chExt cx="9407" cy="1133"/>
          </a:xfrm>
        </p:grpSpPr>
        <p:sp>
          <p:nvSpPr>
            <p:cNvPr id="10" name="Freeform 57"/>
            <p:cNvSpPr/>
            <p:nvPr/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lIns="90914" tIns="45460" rIns="90914" bIns="45460" anchor="ctr">
              <a:noAutofit/>
            </a:bodyPr>
            <a:p>
              <a:pPr algn="ctr" defTabSz="908685"/>
              <a:r>
                <a:rPr lang="en-US" altLang="zh-CN" sz="2400" b="1" dirty="0">
                  <a:solidFill>
                    <a:schemeClr val="bg1"/>
                  </a:solidFill>
                  <a:ea typeface="微软雅黑" panose="020B0503020204020204" charset="-122"/>
                  <a:sym typeface="+mn-ea"/>
                </a:rPr>
                <a:t>X</a:t>
              </a:r>
              <a:endParaRPr lang="en-US" altLang="zh-CN" sz="2400" b="1" dirty="0">
                <a:solidFill>
                  <a:schemeClr val="bg1"/>
                </a:solidFill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" name="Freeform 56"/>
            <p:cNvSpPr/>
            <p:nvPr/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lIns="90914" tIns="45460" rIns="90914" bIns="45460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en-US" altLang="zh-CN" sz="2400" b="1" dirty="0">
                  <a:solidFill>
                    <a:schemeClr val="bg1"/>
                  </a:solidFill>
                  <a:ea typeface="微软雅黑" panose="020B0503020204020204" charset="-122"/>
                  <a:sym typeface="+mn-ea"/>
                </a:rPr>
                <a:t>XXXXX</a:t>
              </a:r>
              <a:endParaRPr lang="en-US" altLang="zh-CN" sz="2400" b="1" dirty="0">
                <a:solidFill>
                  <a:schemeClr val="bg1"/>
                </a:solidFill>
                <a:ea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532"/>
          <p:cNvSpPr/>
          <p:nvPr/>
        </p:nvSpPr>
        <p:spPr>
          <a:xfrm>
            <a:off x="363322" y="157087"/>
            <a:ext cx="10747722" cy="469265"/>
          </a:xfrm>
          <a:prstGeom prst="rect">
            <a:avLst/>
          </a:prstGeom>
          <a:noFill/>
          <a:ln>
            <a:noFill/>
          </a:ln>
        </p:spPr>
        <p:txBody>
          <a:bodyPr wrap="square" lIns="100803" tIns="50402" rIns="100803" bIns="50402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XXXXX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2"/>
          <p:cNvSpPr txBox="1">
            <a:spLocks noGrp="1" noChangeArrowheads="1"/>
          </p:cNvSpPr>
          <p:nvPr>
            <p:custDataLst>
              <p:tags r:id="rId1"/>
            </p:custDataLst>
          </p:nvPr>
        </p:nvSpPr>
        <p:spPr bwMode="auto">
          <a:xfrm>
            <a:off x="11453496" y="6400800"/>
            <a:ext cx="738505" cy="457200"/>
          </a:xfrm>
          <a:prstGeom prst="octagon">
            <a:avLst>
              <a:gd name="adj" fmla="val 29287"/>
            </a:avLst>
          </a:prstGeom>
          <a:noFill/>
          <a:ln>
            <a:noFill/>
            <a:miter lim="800000"/>
          </a:ln>
        </p:spPr>
        <p:txBody>
          <a:bodyPr lIns="68579" tIns="34288" rIns="68579" bIns="34288" anchor="ctr" anchorCtr="1"/>
          <a:lstStyle>
            <a:lvl1pPr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华文细黑" panose="02010600040101010101" pitchFamily="2" charset="-122"/>
                <a:ea typeface="宋体" panose="02010600030101010101" pitchFamily="2" charset="-122"/>
              </a:defRPr>
            </a:lvl9pPr>
          </a:lstStyle>
          <a:p>
            <a:pPr algn="r" defTabSz="609600">
              <a:defRPr/>
            </a:pPr>
            <a:r>
              <a:rPr lang="en-US" altLang="zh-CN" sz="1100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-</a:t>
            </a:r>
            <a:fld id="{0B6FDDDB-EB59-4C4B-AB5D-E0417B42C11D}" type="slidenum">
              <a:rPr lang="en-US" altLang="zh-CN" sz="1100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</a:fld>
            <a:r>
              <a:rPr lang="en-US" altLang="zh-CN" sz="1100" b="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-</a:t>
            </a:r>
            <a:endParaRPr lang="en-US" altLang="zh-CN" sz="1100" b="0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59965" y="2257630"/>
            <a:ext cx="72967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聚力打造中国联通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数智服务创新领先品牌</a:t>
            </a:r>
            <a:endParaRPr lang="zh-CN" altLang="en-US" sz="4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4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标识中文版与联通品牌标识横版组合-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405" y="452120"/>
            <a:ext cx="4368800" cy="104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RESOURCE_RECORD_KEY" val="{&quot;70&quot;:[3332400]}"/>
  <p:tag name="KSO_WPP_MARK_KEY" val="7426a864-c23b-4480-9a87-167baa702fa2"/>
  <p:tag name="COMMONDATA" val="eyJoZGlkIjoiNTkyYmVhNmI4YzM5MTJhNjBlYTNmNzQyMTJlNzg2ND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WPS 演示</Application>
  <PresentationFormat>宽屏</PresentationFormat>
  <Paragraphs>33</Paragraphs>
  <Slides>4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黑体</vt:lpstr>
      <vt:lpstr>华文细黑</vt:lpstr>
      <vt:lpstr>Arial Black</vt:lpstr>
      <vt:lpstr>MSDW</vt:lpstr>
      <vt:lpstr>Segoe Print</vt:lpstr>
      <vt:lpstr>Arial Unicode MS</vt:lpstr>
      <vt:lpstr>Impact</vt:lpstr>
      <vt:lpstr>Arial Unicode MS</vt:lpstr>
      <vt:lpstr>Calibri</vt:lpstr>
      <vt:lpstr>WPS</vt:lpstr>
      <vt:lpstr>1_联通+冬奥会合作伙伴模板</vt:lpstr>
      <vt:lpstr>2_联通+冬奥会合作伙伴模板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 </cp:lastModifiedBy>
  <cp:revision>807</cp:revision>
  <dcterms:created xsi:type="dcterms:W3CDTF">2025-02-17T04:39:00Z</dcterms:created>
  <dcterms:modified xsi:type="dcterms:W3CDTF">2026-05-09T10:26:52Z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BD22FE4326F5442FA53DAB1A68E5448E</vt:lpwstr>
  </property>
</Properties>
</file>